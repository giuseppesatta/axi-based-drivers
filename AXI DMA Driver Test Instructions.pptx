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7" r:id="rId1"/>
  </p:sldMasterIdLst>
  <p:sldIdLst>
    <p:sldId id="256" r:id="rId2"/>
    <p:sldId id="257" r:id="rId3"/>
    <p:sldId id="258" r:id="rId4"/>
    <p:sldId id="259" r:id="rId5"/>
    <p:sldId id="260" r:id="rId6"/>
    <p:sldId id="261" r:id="rId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899" autoAdjust="0"/>
    <p:restoredTop sz="94660"/>
  </p:normalViewPr>
  <p:slideViewPr>
    <p:cSldViewPr snapToGrid="0">
      <p:cViewPr varScale="1">
        <p:scale>
          <a:sx n="89" d="100"/>
          <a:sy n="89" d="100"/>
        </p:scale>
        <p:origin x="72" y="11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titolo">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it-IT"/>
              <a:t>Fare clic per modificare lo stile del titolo dello schema</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it-IT"/>
              <a:t>Fare clic per modificare lo stile del sottotitolo dello schema</a:t>
            </a:r>
            <a:endParaRPr lang="en-US" dirty="0"/>
          </a:p>
        </p:txBody>
      </p:sp>
      <p:sp>
        <p:nvSpPr>
          <p:cNvPr id="4" name="Date Placeholder 3"/>
          <p:cNvSpPr>
            <a:spLocks noGrp="1"/>
          </p:cNvSpPr>
          <p:nvPr>
            <p:ph type="dt" sz="half" idx="10"/>
          </p:nvPr>
        </p:nvSpPr>
        <p:spPr/>
        <p:txBody>
          <a:bodyPr/>
          <a:lstStyle/>
          <a:p>
            <a:fld id="{CFBE34AB-B73E-4B0C-8699-A3D555403971}" type="datetimeFigureOut">
              <a:rPr lang="it-IT" smtClean="0"/>
              <a:t>06/10/2025</a:t>
            </a:fld>
            <a:endParaRPr lang="it-IT"/>
          </a:p>
        </p:txBody>
      </p:sp>
      <p:sp>
        <p:nvSpPr>
          <p:cNvPr id="5" name="Footer Placeholder 4"/>
          <p:cNvSpPr>
            <a:spLocks noGrp="1"/>
          </p:cNvSpPr>
          <p:nvPr>
            <p:ph type="ftr" sz="quarter" idx="11"/>
          </p:nvPr>
        </p:nvSpPr>
        <p:spPr/>
        <p:txBody>
          <a:bodyPr/>
          <a:lstStyle/>
          <a:p>
            <a:endParaRPr lang="it-IT"/>
          </a:p>
        </p:txBody>
      </p:sp>
      <p:sp>
        <p:nvSpPr>
          <p:cNvPr id="6" name="Slide Number Placeholder 5"/>
          <p:cNvSpPr>
            <a:spLocks noGrp="1"/>
          </p:cNvSpPr>
          <p:nvPr>
            <p:ph type="sldNum" sz="quarter" idx="12"/>
          </p:nvPr>
        </p:nvSpPr>
        <p:spPr/>
        <p:txBody>
          <a:bodyPr/>
          <a:lstStyle/>
          <a:p>
            <a:fld id="{9EE0F6B8-75BE-471A-AC1C-423B5F3D5A9D}" type="slidenum">
              <a:rPr lang="it-IT" smtClean="0"/>
              <a:t>‹N›</a:t>
            </a:fld>
            <a:endParaRPr lang="it-IT"/>
          </a:p>
        </p:txBody>
      </p:sp>
    </p:spTree>
    <p:extLst>
      <p:ext uri="{BB962C8B-B14F-4D97-AF65-F5344CB8AC3E}">
        <p14:creationId xmlns:p14="http://schemas.microsoft.com/office/powerpoint/2010/main" val="28744688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it-IT"/>
              <a:t>Fare clic per modificare lo stile del titolo dello schema</a:t>
            </a:r>
            <a:endParaRPr lang="en-US" dirty="0"/>
          </a:p>
        </p:txBody>
      </p:sp>
      <p:sp>
        <p:nvSpPr>
          <p:cNvPr id="3" name="Content Placeholder 2"/>
          <p:cNvSpPr>
            <a:spLocks noGrp="1"/>
          </p:cNvSpPr>
          <p:nvPr>
            <p:ph idx="1"/>
          </p:nvPr>
        </p:nvSpPr>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Date Placeholder 3"/>
          <p:cNvSpPr>
            <a:spLocks noGrp="1"/>
          </p:cNvSpPr>
          <p:nvPr>
            <p:ph type="dt" sz="half" idx="10"/>
          </p:nvPr>
        </p:nvSpPr>
        <p:spPr/>
        <p:txBody>
          <a:bodyPr/>
          <a:lstStyle/>
          <a:p>
            <a:fld id="{CFBE34AB-B73E-4B0C-8699-A3D555403971}" type="datetimeFigureOut">
              <a:rPr lang="it-IT" smtClean="0"/>
              <a:t>06/10/2025</a:t>
            </a:fld>
            <a:endParaRPr lang="it-IT"/>
          </a:p>
        </p:txBody>
      </p:sp>
      <p:sp>
        <p:nvSpPr>
          <p:cNvPr id="5" name="Footer Placeholder 4"/>
          <p:cNvSpPr>
            <a:spLocks noGrp="1"/>
          </p:cNvSpPr>
          <p:nvPr>
            <p:ph type="ftr" sz="quarter" idx="11"/>
          </p:nvPr>
        </p:nvSpPr>
        <p:spPr/>
        <p:txBody>
          <a:bodyPr/>
          <a:lstStyle/>
          <a:p>
            <a:endParaRPr lang="it-IT"/>
          </a:p>
        </p:txBody>
      </p:sp>
      <p:sp>
        <p:nvSpPr>
          <p:cNvPr id="6" name="Slide Number Placeholder 5"/>
          <p:cNvSpPr>
            <a:spLocks noGrp="1"/>
          </p:cNvSpPr>
          <p:nvPr>
            <p:ph type="sldNum" sz="quarter" idx="12"/>
          </p:nvPr>
        </p:nvSpPr>
        <p:spPr/>
        <p:txBody>
          <a:bodyPr/>
          <a:lstStyle/>
          <a:p>
            <a:fld id="{9EE0F6B8-75BE-471A-AC1C-423B5F3D5A9D}" type="slidenum">
              <a:rPr lang="it-IT" smtClean="0"/>
              <a:t>‹N›</a:t>
            </a:fld>
            <a:endParaRPr lang="it-IT"/>
          </a:p>
        </p:txBody>
      </p:sp>
    </p:spTree>
    <p:extLst>
      <p:ext uri="{BB962C8B-B14F-4D97-AF65-F5344CB8AC3E}">
        <p14:creationId xmlns:p14="http://schemas.microsoft.com/office/powerpoint/2010/main" val="26765736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it-IT"/>
              <a:t>Fare clic per modificare lo stile del titolo dello schema</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it-IT"/>
              <a:t>Fare clic per modificare gli stili del testo dello schema</a:t>
            </a:r>
          </a:p>
        </p:txBody>
      </p:sp>
      <p:sp>
        <p:nvSpPr>
          <p:cNvPr id="4" name="Date Placeholder 3"/>
          <p:cNvSpPr>
            <a:spLocks noGrp="1"/>
          </p:cNvSpPr>
          <p:nvPr>
            <p:ph type="dt" sz="half" idx="10"/>
          </p:nvPr>
        </p:nvSpPr>
        <p:spPr/>
        <p:txBody>
          <a:bodyPr/>
          <a:lstStyle/>
          <a:p>
            <a:fld id="{CFBE34AB-B73E-4B0C-8699-A3D555403971}" type="datetimeFigureOut">
              <a:rPr lang="it-IT" smtClean="0"/>
              <a:t>06/10/2025</a:t>
            </a:fld>
            <a:endParaRPr lang="it-IT"/>
          </a:p>
        </p:txBody>
      </p:sp>
      <p:sp>
        <p:nvSpPr>
          <p:cNvPr id="5" name="Footer Placeholder 4"/>
          <p:cNvSpPr>
            <a:spLocks noGrp="1"/>
          </p:cNvSpPr>
          <p:nvPr>
            <p:ph type="ftr" sz="quarter" idx="11"/>
          </p:nvPr>
        </p:nvSpPr>
        <p:spPr/>
        <p:txBody>
          <a:bodyPr/>
          <a:lstStyle/>
          <a:p>
            <a:endParaRPr lang="it-IT"/>
          </a:p>
        </p:txBody>
      </p:sp>
      <p:sp>
        <p:nvSpPr>
          <p:cNvPr id="6" name="Slide Number Placeholder 5"/>
          <p:cNvSpPr>
            <a:spLocks noGrp="1"/>
          </p:cNvSpPr>
          <p:nvPr>
            <p:ph type="sldNum" sz="quarter" idx="12"/>
          </p:nvPr>
        </p:nvSpPr>
        <p:spPr/>
        <p:txBody>
          <a:bodyPr/>
          <a:lstStyle/>
          <a:p>
            <a:fld id="{9EE0F6B8-75BE-471A-AC1C-423B5F3D5A9D}" type="slidenum">
              <a:rPr lang="it-IT" smtClean="0"/>
              <a:t>‹N›</a:t>
            </a:fld>
            <a:endParaRPr lang="it-IT"/>
          </a:p>
        </p:txBody>
      </p:sp>
    </p:spTree>
    <p:extLst>
      <p:ext uri="{BB962C8B-B14F-4D97-AF65-F5344CB8AC3E}">
        <p14:creationId xmlns:p14="http://schemas.microsoft.com/office/powerpoint/2010/main" val="40499184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a:t>Fare clic per modificare lo stile del titolo dello schema</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5" name="Date Placeholder 4"/>
          <p:cNvSpPr>
            <a:spLocks noGrp="1"/>
          </p:cNvSpPr>
          <p:nvPr>
            <p:ph type="dt" sz="half" idx="10"/>
          </p:nvPr>
        </p:nvSpPr>
        <p:spPr/>
        <p:txBody>
          <a:bodyPr/>
          <a:lstStyle/>
          <a:p>
            <a:fld id="{CFBE34AB-B73E-4B0C-8699-A3D555403971}" type="datetimeFigureOut">
              <a:rPr lang="it-IT" smtClean="0"/>
              <a:t>06/10/2025</a:t>
            </a:fld>
            <a:endParaRPr lang="it-IT"/>
          </a:p>
        </p:txBody>
      </p:sp>
      <p:sp>
        <p:nvSpPr>
          <p:cNvPr id="6" name="Footer Placeholder 5"/>
          <p:cNvSpPr>
            <a:spLocks noGrp="1"/>
          </p:cNvSpPr>
          <p:nvPr>
            <p:ph type="ftr" sz="quarter" idx="11"/>
          </p:nvPr>
        </p:nvSpPr>
        <p:spPr/>
        <p:txBody>
          <a:bodyPr/>
          <a:lstStyle/>
          <a:p>
            <a:endParaRPr lang="it-IT"/>
          </a:p>
        </p:txBody>
      </p:sp>
      <p:sp>
        <p:nvSpPr>
          <p:cNvPr id="7" name="Slide Number Placeholder 6"/>
          <p:cNvSpPr>
            <a:spLocks noGrp="1"/>
          </p:cNvSpPr>
          <p:nvPr>
            <p:ph type="sldNum" sz="quarter" idx="12"/>
          </p:nvPr>
        </p:nvSpPr>
        <p:spPr/>
        <p:txBody>
          <a:bodyPr/>
          <a:lstStyle/>
          <a:p>
            <a:fld id="{9EE0F6B8-75BE-471A-AC1C-423B5F3D5A9D}" type="slidenum">
              <a:rPr lang="it-IT" smtClean="0"/>
              <a:t>‹N›</a:t>
            </a:fld>
            <a:endParaRPr lang="it-IT"/>
          </a:p>
        </p:txBody>
      </p:sp>
    </p:spTree>
    <p:extLst>
      <p:ext uri="{BB962C8B-B14F-4D97-AF65-F5344CB8AC3E}">
        <p14:creationId xmlns:p14="http://schemas.microsoft.com/office/powerpoint/2010/main" val="21502977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it-IT"/>
              <a:t>Fare clic per modificare lo stile del titolo dello schema</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7" name="Date Placeholder 6"/>
          <p:cNvSpPr>
            <a:spLocks noGrp="1"/>
          </p:cNvSpPr>
          <p:nvPr>
            <p:ph type="dt" sz="half" idx="10"/>
          </p:nvPr>
        </p:nvSpPr>
        <p:spPr/>
        <p:txBody>
          <a:bodyPr/>
          <a:lstStyle/>
          <a:p>
            <a:fld id="{CFBE34AB-B73E-4B0C-8699-A3D555403971}" type="datetimeFigureOut">
              <a:rPr lang="it-IT" smtClean="0"/>
              <a:t>06/10/2025</a:t>
            </a:fld>
            <a:endParaRPr lang="it-IT"/>
          </a:p>
        </p:txBody>
      </p:sp>
      <p:sp>
        <p:nvSpPr>
          <p:cNvPr id="8" name="Footer Placeholder 7"/>
          <p:cNvSpPr>
            <a:spLocks noGrp="1"/>
          </p:cNvSpPr>
          <p:nvPr>
            <p:ph type="ftr" sz="quarter" idx="11"/>
          </p:nvPr>
        </p:nvSpPr>
        <p:spPr/>
        <p:txBody>
          <a:bodyPr/>
          <a:lstStyle/>
          <a:p>
            <a:endParaRPr lang="it-IT"/>
          </a:p>
        </p:txBody>
      </p:sp>
      <p:sp>
        <p:nvSpPr>
          <p:cNvPr id="9" name="Slide Number Placeholder 8"/>
          <p:cNvSpPr>
            <a:spLocks noGrp="1"/>
          </p:cNvSpPr>
          <p:nvPr>
            <p:ph type="sldNum" sz="quarter" idx="12"/>
          </p:nvPr>
        </p:nvSpPr>
        <p:spPr/>
        <p:txBody>
          <a:bodyPr/>
          <a:lstStyle/>
          <a:p>
            <a:fld id="{9EE0F6B8-75BE-471A-AC1C-423B5F3D5A9D}" type="slidenum">
              <a:rPr lang="it-IT" smtClean="0"/>
              <a:t>‹N›</a:t>
            </a:fld>
            <a:endParaRPr lang="it-IT"/>
          </a:p>
        </p:txBody>
      </p:sp>
    </p:spTree>
    <p:extLst>
      <p:ext uri="{BB962C8B-B14F-4D97-AF65-F5344CB8AC3E}">
        <p14:creationId xmlns:p14="http://schemas.microsoft.com/office/powerpoint/2010/main" val="12167523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it-IT"/>
              <a:t>Fare clic per modificare lo stile del titolo dello schema</a:t>
            </a:r>
            <a:endParaRPr lang="en-US" dirty="0"/>
          </a:p>
        </p:txBody>
      </p:sp>
      <p:sp>
        <p:nvSpPr>
          <p:cNvPr id="3" name="Date Placeholder 2"/>
          <p:cNvSpPr>
            <a:spLocks noGrp="1"/>
          </p:cNvSpPr>
          <p:nvPr>
            <p:ph type="dt" sz="half" idx="10"/>
          </p:nvPr>
        </p:nvSpPr>
        <p:spPr/>
        <p:txBody>
          <a:bodyPr/>
          <a:lstStyle/>
          <a:p>
            <a:fld id="{CFBE34AB-B73E-4B0C-8699-A3D555403971}" type="datetimeFigureOut">
              <a:rPr lang="it-IT" smtClean="0"/>
              <a:t>06/10/2025</a:t>
            </a:fld>
            <a:endParaRPr lang="it-IT"/>
          </a:p>
        </p:txBody>
      </p:sp>
      <p:sp>
        <p:nvSpPr>
          <p:cNvPr id="4" name="Footer Placeholder 3"/>
          <p:cNvSpPr>
            <a:spLocks noGrp="1"/>
          </p:cNvSpPr>
          <p:nvPr>
            <p:ph type="ftr" sz="quarter" idx="11"/>
          </p:nvPr>
        </p:nvSpPr>
        <p:spPr/>
        <p:txBody>
          <a:bodyPr/>
          <a:lstStyle/>
          <a:p>
            <a:endParaRPr lang="it-IT"/>
          </a:p>
        </p:txBody>
      </p:sp>
      <p:sp>
        <p:nvSpPr>
          <p:cNvPr id="5" name="Slide Number Placeholder 4"/>
          <p:cNvSpPr>
            <a:spLocks noGrp="1"/>
          </p:cNvSpPr>
          <p:nvPr>
            <p:ph type="sldNum" sz="quarter" idx="12"/>
          </p:nvPr>
        </p:nvSpPr>
        <p:spPr/>
        <p:txBody>
          <a:bodyPr/>
          <a:lstStyle/>
          <a:p>
            <a:fld id="{9EE0F6B8-75BE-471A-AC1C-423B5F3D5A9D}" type="slidenum">
              <a:rPr lang="it-IT" smtClean="0"/>
              <a:t>‹N›</a:t>
            </a:fld>
            <a:endParaRPr lang="it-IT"/>
          </a:p>
        </p:txBody>
      </p:sp>
    </p:spTree>
    <p:extLst>
      <p:ext uri="{BB962C8B-B14F-4D97-AF65-F5344CB8AC3E}">
        <p14:creationId xmlns:p14="http://schemas.microsoft.com/office/powerpoint/2010/main" val="29422092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uota">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FBE34AB-B73E-4B0C-8699-A3D555403971}" type="datetimeFigureOut">
              <a:rPr lang="it-IT" smtClean="0"/>
              <a:t>06/10/2025</a:t>
            </a:fld>
            <a:endParaRPr lang="it-IT"/>
          </a:p>
        </p:txBody>
      </p:sp>
      <p:sp>
        <p:nvSpPr>
          <p:cNvPr id="3" name="Footer Placeholder 2"/>
          <p:cNvSpPr>
            <a:spLocks noGrp="1"/>
          </p:cNvSpPr>
          <p:nvPr>
            <p:ph type="ftr" sz="quarter" idx="11"/>
          </p:nvPr>
        </p:nvSpPr>
        <p:spPr/>
        <p:txBody>
          <a:bodyPr/>
          <a:lstStyle/>
          <a:p>
            <a:endParaRPr lang="it-IT"/>
          </a:p>
        </p:txBody>
      </p:sp>
      <p:sp>
        <p:nvSpPr>
          <p:cNvPr id="4" name="Slide Number Placeholder 3"/>
          <p:cNvSpPr>
            <a:spLocks noGrp="1"/>
          </p:cNvSpPr>
          <p:nvPr>
            <p:ph type="sldNum" sz="quarter" idx="12"/>
          </p:nvPr>
        </p:nvSpPr>
        <p:spPr/>
        <p:txBody>
          <a:bodyPr/>
          <a:lstStyle/>
          <a:p>
            <a:fld id="{9EE0F6B8-75BE-471A-AC1C-423B5F3D5A9D}" type="slidenum">
              <a:rPr lang="it-IT" smtClean="0"/>
              <a:t>‹N›</a:t>
            </a:fld>
            <a:endParaRPr lang="it-IT"/>
          </a:p>
        </p:txBody>
      </p:sp>
    </p:spTree>
    <p:extLst>
      <p:ext uri="{BB962C8B-B14F-4D97-AF65-F5344CB8AC3E}">
        <p14:creationId xmlns:p14="http://schemas.microsoft.com/office/powerpoint/2010/main" val="42309064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it-IT"/>
              <a:t>Fare clic per modificare lo stile del titolo dello schema</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it-IT"/>
              <a:t>Fare clic per modificare gli stili del testo dello schema</a:t>
            </a:r>
          </a:p>
        </p:txBody>
      </p:sp>
      <p:sp>
        <p:nvSpPr>
          <p:cNvPr id="5" name="Date Placeholder 4"/>
          <p:cNvSpPr>
            <a:spLocks noGrp="1"/>
          </p:cNvSpPr>
          <p:nvPr>
            <p:ph type="dt" sz="half" idx="10"/>
          </p:nvPr>
        </p:nvSpPr>
        <p:spPr/>
        <p:txBody>
          <a:bodyPr/>
          <a:lstStyle/>
          <a:p>
            <a:fld id="{CFBE34AB-B73E-4B0C-8699-A3D555403971}" type="datetimeFigureOut">
              <a:rPr lang="it-IT" smtClean="0"/>
              <a:t>06/10/2025</a:t>
            </a:fld>
            <a:endParaRPr lang="it-IT"/>
          </a:p>
        </p:txBody>
      </p:sp>
      <p:sp>
        <p:nvSpPr>
          <p:cNvPr id="6" name="Footer Placeholder 5"/>
          <p:cNvSpPr>
            <a:spLocks noGrp="1"/>
          </p:cNvSpPr>
          <p:nvPr>
            <p:ph type="ftr" sz="quarter" idx="11"/>
          </p:nvPr>
        </p:nvSpPr>
        <p:spPr/>
        <p:txBody>
          <a:bodyPr/>
          <a:lstStyle/>
          <a:p>
            <a:endParaRPr lang="it-IT"/>
          </a:p>
        </p:txBody>
      </p:sp>
      <p:sp>
        <p:nvSpPr>
          <p:cNvPr id="7" name="Slide Number Placeholder 6"/>
          <p:cNvSpPr>
            <a:spLocks noGrp="1"/>
          </p:cNvSpPr>
          <p:nvPr>
            <p:ph type="sldNum" sz="quarter" idx="12"/>
          </p:nvPr>
        </p:nvSpPr>
        <p:spPr/>
        <p:txBody>
          <a:bodyPr/>
          <a:lstStyle/>
          <a:p>
            <a:fld id="{9EE0F6B8-75BE-471A-AC1C-423B5F3D5A9D}" type="slidenum">
              <a:rPr lang="it-IT" smtClean="0"/>
              <a:t>‹N›</a:t>
            </a:fld>
            <a:endParaRPr lang="it-IT"/>
          </a:p>
        </p:txBody>
      </p:sp>
    </p:spTree>
    <p:extLst>
      <p:ext uri="{BB962C8B-B14F-4D97-AF65-F5344CB8AC3E}">
        <p14:creationId xmlns:p14="http://schemas.microsoft.com/office/powerpoint/2010/main" val="23646899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it-IT"/>
              <a:t>Fare clic per modificare lo stile del titolo dello schema</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it-IT"/>
              <a:t>Fare clic sull'icona per inserire un'immagine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sp>
        <p:nvSpPr>
          <p:cNvPr id="5" name="Date Placeholder 4"/>
          <p:cNvSpPr>
            <a:spLocks noGrp="1"/>
          </p:cNvSpPr>
          <p:nvPr>
            <p:ph type="dt" sz="half" idx="10"/>
          </p:nvPr>
        </p:nvSpPr>
        <p:spPr/>
        <p:txBody>
          <a:bodyPr/>
          <a:lstStyle/>
          <a:p>
            <a:fld id="{CFBE34AB-B73E-4B0C-8699-A3D555403971}" type="datetimeFigureOut">
              <a:rPr lang="it-IT" smtClean="0"/>
              <a:t>06/10/2025</a:t>
            </a:fld>
            <a:endParaRPr lang="it-IT"/>
          </a:p>
        </p:txBody>
      </p:sp>
      <p:sp>
        <p:nvSpPr>
          <p:cNvPr id="6" name="Footer Placeholder 5"/>
          <p:cNvSpPr>
            <a:spLocks noGrp="1"/>
          </p:cNvSpPr>
          <p:nvPr>
            <p:ph type="ftr" sz="quarter" idx="11"/>
          </p:nvPr>
        </p:nvSpPr>
        <p:spPr/>
        <p:txBody>
          <a:bodyPr/>
          <a:lstStyle/>
          <a:p>
            <a:endParaRPr lang="it-IT"/>
          </a:p>
        </p:txBody>
      </p:sp>
      <p:sp>
        <p:nvSpPr>
          <p:cNvPr id="7" name="Slide Number Placeholder 6"/>
          <p:cNvSpPr>
            <a:spLocks noGrp="1"/>
          </p:cNvSpPr>
          <p:nvPr>
            <p:ph type="sldNum" sz="quarter" idx="12"/>
          </p:nvPr>
        </p:nvSpPr>
        <p:spPr/>
        <p:txBody>
          <a:bodyPr/>
          <a:lstStyle/>
          <a:p>
            <a:fld id="{9EE0F6B8-75BE-471A-AC1C-423B5F3D5A9D}" type="slidenum">
              <a:rPr lang="it-IT" smtClean="0"/>
              <a:t>‹N›</a:t>
            </a:fld>
            <a:endParaRPr lang="it-IT"/>
          </a:p>
        </p:txBody>
      </p:sp>
    </p:spTree>
    <p:extLst>
      <p:ext uri="{BB962C8B-B14F-4D97-AF65-F5344CB8AC3E}">
        <p14:creationId xmlns:p14="http://schemas.microsoft.com/office/powerpoint/2010/main" val="1889638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olo e sottotitolo">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it-IT"/>
              <a:t>Fare clic per modificare lo stile del titolo dello schema</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it-IT"/>
              <a:t>Fare clic per modificare gli stili del testo dello schema</a:t>
            </a:r>
          </a:p>
        </p:txBody>
      </p:sp>
      <p:sp>
        <p:nvSpPr>
          <p:cNvPr id="4" name="Date Placeholder 3"/>
          <p:cNvSpPr>
            <a:spLocks noGrp="1"/>
          </p:cNvSpPr>
          <p:nvPr>
            <p:ph type="dt" sz="half" idx="10"/>
          </p:nvPr>
        </p:nvSpPr>
        <p:spPr/>
        <p:txBody>
          <a:bodyPr/>
          <a:lstStyle/>
          <a:p>
            <a:fld id="{CFBE34AB-B73E-4B0C-8699-A3D555403971}" type="datetimeFigureOut">
              <a:rPr lang="it-IT" smtClean="0"/>
              <a:t>06/10/2025</a:t>
            </a:fld>
            <a:endParaRPr lang="it-IT"/>
          </a:p>
        </p:txBody>
      </p:sp>
      <p:sp>
        <p:nvSpPr>
          <p:cNvPr id="5" name="Footer Placeholder 4"/>
          <p:cNvSpPr>
            <a:spLocks noGrp="1"/>
          </p:cNvSpPr>
          <p:nvPr>
            <p:ph type="ftr" sz="quarter" idx="11"/>
          </p:nvPr>
        </p:nvSpPr>
        <p:spPr/>
        <p:txBody>
          <a:bodyPr/>
          <a:lstStyle/>
          <a:p>
            <a:endParaRPr lang="it-IT"/>
          </a:p>
        </p:txBody>
      </p:sp>
      <p:sp>
        <p:nvSpPr>
          <p:cNvPr id="6" name="Slide Number Placeholder 5"/>
          <p:cNvSpPr>
            <a:spLocks noGrp="1"/>
          </p:cNvSpPr>
          <p:nvPr>
            <p:ph type="sldNum" sz="quarter" idx="12"/>
          </p:nvPr>
        </p:nvSpPr>
        <p:spPr/>
        <p:txBody>
          <a:bodyPr/>
          <a:lstStyle/>
          <a:p>
            <a:fld id="{9EE0F6B8-75BE-471A-AC1C-423B5F3D5A9D}" type="slidenum">
              <a:rPr lang="it-IT" smtClean="0"/>
              <a:t>‹N›</a:t>
            </a:fld>
            <a:endParaRPr lang="it-IT"/>
          </a:p>
        </p:txBody>
      </p:sp>
    </p:spTree>
    <p:extLst>
      <p:ext uri="{BB962C8B-B14F-4D97-AF65-F5344CB8AC3E}">
        <p14:creationId xmlns:p14="http://schemas.microsoft.com/office/powerpoint/2010/main" val="34530208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itazione con didascalia">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it-IT"/>
              <a:t>Fare clic per modificare lo stile del titolo dello schema</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it-IT"/>
              <a:t>Fare clic per modificare gli stili del testo dello schema</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it-IT"/>
              <a:t>Fare clic per modificare gli stili del testo dello schema</a:t>
            </a:r>
          </a:p>
        </p:txBody>
      </p:sp>
      <p:sp>
        <p:nvSpPr>
          <p:cNvPr id="4" name="Date Placeholder 3"/>
          <p:cNvSpPr>
            <a:spLocks noGrp="1"/>
          </p:cNvSpPr>
          <p:nvPr>
            <p:ph type="dt" sz="half" idx="10"/>
          </p:nvPr>
        </p:nvSpPr>
        <p:spPr/>
        <p:txBody>
          <a:bodyPr/>
          <a:lstStyle/>
          <a:p>
            <a:fld id="{CFBE34AB-B73E-4B0C-8699-A3D555403971}" type="datetimeFigureOut">
              <a:rPr lang="it-IT" smtClean="0"/>
              <a:t>06/10/2025</a:t>
            </a:fld>
            <a:endParaRPr lang="it-IT"/>
          </a:p>
        </p:txBody>
      </p:sp>
      <p:sp>
        <p:nvSpPr>
          <p:cNvPr id="5" name="Footer Placeholder 4"/>
          <p:cNvSpPr>
            <a:spLocks noGrp="1"/>
          </p:cNvSpPr>
          <p:nvPr>
            <p:ph type="ftr" sz="quarter" idx="11"/>
          </p:nvPr>
        </p:nvSpPr>
        <p:spPr/>
        <p:txBody>
          <a:bodyPr/>
          <a:lstStyle/>
          <a:p>
            <a:endParaRPr lang="it-IT"/>
          </a:p>
        </p:txBody>
      </p:sp>
      <p:sp>
        <p:nvSpPr>
          <p:cNvPr id="6" name="Slide Number Placeholder 5"/>
          <p:cNvSpPr>
            <a:spLocks noGrp="1"/>
          </p:cNvSpPr>
          <p:nvPr>
            <p:ph type="sldNum" sz="quarter" idx="12"/>
          </p:nvPr>
        </p:nvSpPr>
        <p:spPr/>
        <p:txBody>
          <a:bodyPr/>
          <a:lstStyle/>
          <a:p>
            <a:fld id="{9EE0F6B8-75BE-471A-AC1C-423B5F3D5A9D}" type="slidenum">
              <a:rPr lang="it-IT" smtClean="0"/>
              <a:t>‹N›</a:t>
            </a:fld>
            <a:endParaRPr lang="it-IT"/>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145368792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cheda nome">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it-IT"/>
              <a:t>Fare clic per modificare lo stile del titolo dello schema</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it-IT"/>
              <a:t>Fare clic per modificare gli stili del testo dello schema</a:t>
            </a:r>
          </a:p>
        </p:txBody>
      </p:sp>
      <p:sp>
        <p:nvSpPr>
          <p:cNvPr id="4" name="Date Placeholder 3"/>
          <p:cNvSpPr>
            <a:spLocks noGrp="1"/>
          </p:cNvSpPr>
          <p:nvPr>
            <p:ph type="dt" sz="half" idx="10"/>
          </p:nvPr>
        </p:nvSpPr>
        <p:spPr/>
        <p:txBody>
          <a:bodyPr/>
          <a:lstStyle/>
          <a:p>
            <a:fld id="{CFBE34AB-B73E-4B0C-8699-A3D555403971}" type="datetimeFigureOut">
              <a:rPr lang="it-IT" smtClean="0"/>
              <a:t>06/10/2025</a:t>
            </a:fld>
            <a:endParaRPr lang="it-IT"/>
          </a:p>
        </p:txBody>
      </p:sp>
      <p:sp>
        <p:nvSpPr>
          <p:cNvPr id="5" name="Footer Placeholder 4"/>
          <p:cNvSpPr>
            <a:spLocks noGrp="1"/>
          </p:cNvSpPr>
          <p:nvPr>
            <p:ph type="ftr" sz="quarter" idx="11"/>
          </p:nvPr>
        </p:nvSpPr>
        <p:spPr/>
        <p:txBody>
          <a:bodyPr/>
          <a:lstStyle/>
          <a:p>
            <a:endParaRPr lang="it-IT"/>
          </a:p>
        </p:txBody>
      </p:sp>
      <p:sp>
        <p:nvSpPr>
          <p:cNvPr id="6" name="Slide Number Placeholder 5"/>
          <p:cNvSpPr>
            <a:spLocks noGrp="1"/>
          </p:cNvSpPr>
          <p:nvPr>
            <p:ph type="sldNum" sz="quarter" idx="12"/>
          </p:nvPr>
        </p:nvSpPr>
        <p:spPr/>
        <p:txBody>
          <a:bodyPr/>
          <a:lstStyle/>
          <a:p>
            <a:fld id="{9EE0F6B8-75BE-471A-AC1C-423B5F3D5A9D}" type="slidenum">
              <a:rPr lang="it-IT" smtClean="0"/>
              <a:t>‹N›</a:t>
            </a:fld>
            <a:endParaRPr lang="it-IT"/>
          </a:p>
        </p:txBody>
      </p:sp>
    </p:spTree>
    <p:extLst>
      <p:ext uri="{BB962C8B-B14F-4D97-AF65-F5344CB8AC3E}">
        <p14:creationId xmlns:p14="http://schemas.microsoft.com/office/powerpoint/2010/main" val="9877464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cheda nome citazione">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it-IT"/>
              <a:t>Fare clic per modificare lo stile del titolo dello schema</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it-IT"/>
              <a:t>Fare clic per modificare gli stili del testo dello schema</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it-IT"/>
              <a:t>Fare clic per modificare gli stili del testo dello schema</a:t>
            </a:r>
          </a:p>
        </p:txBody>
      </p:sp>
      <p:sp>
        <p:nvSpPr>
          <p:cNvPr id="4" name="Date Placeholder 3"/>
          <p:cNvSpPr>
            <a:spLocks noGrp="1"/>
          </p:cNvSpPr>
          <p:nvPr>
            <p:ph type="dt" sz="half" idx="10"/>
          </p:nvPr>
        </p:nvSpPr>
        <p:spPr/>
        <p:txBody>
          <a:bodyPr/>
          <a:lstStyle/>
          <a:p>
            <a:fld id="{CFBE34AB-B73E-4B0C-8699-A3D555403971}" type="datetimeFigureOut">
              <a:rPr lang="it-IT" smtClean="0"/>
              <a:t>06/10/2025</a:t>
            </a:fld>
            <a:endParaRPr lang="it-IT"/>
          </a:p>
        </p:txBody>
      </p:sp>
      <p:sp>
        <p:nvSpPr>
          <p:cNvPr id="5" name="Footer Placeholder 4"/>
          <p:cNvSpPr>
            <a:spLocks noGrp="1"/>
          </p:cNvSpPr>
          <p:nvPr>
            <p:ph type="ftr" sz="quarter" idx="11"/>
          </p:nvPr>
        </p:nvSpPr>
        <p:spPr/>
        <p:txBody>
          <a:bodyPr/>
          <a:lstStyle/>
          <a:p>
            <a:endParaRPr lang="it-IT"/>
          </a:p>
        </p:txBody>
      </p:sp>
      <p:sp>
        <p:nvSpPr>
          <p:cNvPr id="6" name="Slide Number Placeholder 5"/>
          <p:cNvSpPr>
            <a:spLocks noGrp="1"/>
          </p:cNvSpPr>
          <p:nvPr>
            <p:ph type="sldNum" sz="quarter" idx="12"/>
          </p:nvPr>
        </p:nvSpPr>
        <p:spPr/>
        <p:txBody>
          <a:bodyPr/>
          <a:lstStyle/>
          <a:p>
            <a:fld id="{9EE0F6B8-75BE-471A-AC1C-423B5F3D5A9D}" type="slidenum">
              <a:rPr lang="it-IT" smtClean="0"/>
              <a:t>‹N›</a:t>
            </a:fld>
            <a:endParaRPr lang="it-IT"/>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86773701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Vero o falso">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it-IT"/>
              <a:t>Fare clic per modificare lo stile del titolo dello schema</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it-IT"/>
              <a:t>Fare clic per modificare gli stili del testo dello schema</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it-IT"/>
              <a:t>Fare clic per modificare gli stili del testo dello schema</a:t>
            </a:r>
          </a:p>
        </p:txBody>
      </p:sp>
      <p:sp>
        <p:nvSpPr>
          <p:cNvPr id="4" name="Date Placeholder 3"/>
          <p:cNvSpPr>
            <a:spLocks noGrp="1"/>
          </p:cNvSpPr>
          <p:nvPr>
            <p:ph type="dt" sz="half" idx="10"/>
          </p:nvPr>
        </p:nvSpPr>
        <p:spPr/>
        <p:txBody>
          <a:bodyPr/>
          <a:lstStyle/>
          <a:p>
            <a:fld id="{CFBE34AB-B73E-4B0C-8699-A3D555403971}" type="datetimeFigureOut">
              <a:rPr lang="it-IT" smtClean="0"/>
              <a:t>06/10/2025</a:t>
            </a:fld>
            <a:endParaRPr lang="it-IT"/>
          </a:p>
        </p:txBody>
      </p:sp>
      <p:sp>
        <p:nvSpPr>
          <p:cNvPr id="5" name="Footer Placeholder 4"/>
          <p:cNvSpPr>
            <a:spLocks noGrp="1"/>
          </p:cNvSpPr>
          <p:nvPr>
            <p:ph type="ftr" sz="quarter" idx="11"/>
          </p:nvPr>
        </p:nvSpPr>
        <p:spPr/>
        <p:txBody>
          <a:bodyPr/>
          <a:lstStyle/>
          <a:p>
            <a:endParaRPr lang="it-IT"/>
          </a:p>
        </p:txBody>
      </p:sp>
      <p:sp>
        <p:nvSpPr>
          <p:cNvPr id="6" name="Slide Number Placeholder 5"/>
          <p:cNvSpPr>
            <a:spLocks noGrp="1"/>
          </p:cNvSpPr>
          <p:nvPr>
            <p:ph type="sldNum" sz="quarter" idx="12"/>
          </p:nvPr>
        </p:nvSpPr>
        <p:spPr/>
        <p:txBody>
          <a:bodyPr/>
          <a:lstStyle/>
          <a:p>
            <a:fld id="{9EE0F6B8-75BE-471A-AC1C-423B5F3D5A9D}" type="slidenum">
              <a:rPr lang="it-IT" smtClean="0"/>
              <a:t>‹N›</a:t>
            </a:fld>
            <a:endParaRPr lang="it-IT"/>
          </a:p>
        </p:txBody>
      </p:sp>
    </p:spTree>
    <p:extLst>
      <p:ext uri="{BB962C8B-B14F-4D97-AF65-F5344CB8AC3E}">
        <p14:creationId xmlns:p14="http://schemas.microsoft.com/office/powerpoint/2010/main" val="95053956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a:t>Fare clic per modificare lo stile del titolo dello schema</a:t>
            </a:r>
            <a:endParaRPr lang="en-US" dirty="0"/>
          </a:p>
        </p:txBody>
      </p:sp>
      <p:sp>
        <p:nvSpPr>
          <p:cNvPr id="3" name="Vertical Text Placeholder 2"/>
          <p:cNvSpPr>
            <a:spLocks noGrp="1"/>
          </p:cNvSpPr>
          <p:nvPr>
            <p:ph type="body" orient="vert" idx="1"/>
          </p:nvPr>
        </p:nvSpPr>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Date Placeholder 3"/>
          <p:cNvSpPr>
            <a:spLocks noGrp="1"/>
          </p:cNvSpPr>
          <p:nvPr>
            <p:ph type="dt" sz="half" idx="10"/>
          </p:nvPr>
        </p:nvSpPr>
        <p:spPr/>
        <p:txBody>
          <a:bodyPr/>
          <a:lstStyle/>
          <a:p>
            <a:fld id="{CFBE34AB-B73E-4B0C-8699-A3D555403971}" type="datetimeFigureOut">
              <a:rPr lang="it-IT" smtClean="0"/>
              <a:t>06/10/2025</a:t>
            </a:fld>
            <a:endParaRPr lang="it-IT"/>
          </a:p>
        </p:txBody>
      </p:sp>
      <p:sp>
        <p:nvSpPr>
          <p:cNvPr id="5" name="Footer Placeholder 4"/>
          <p:cNvSpPr>
            <a:spLocks noGrp="1"/>
          </p:cNvSpPr>
          <p:nvPr>
            <p:ph type="ftr" sz="quarter" idx="11"/>
          </p:nvPr>
        </p:nvSpPr>
        <p:spPr/>
        <p:txBody>
          <a:bodyPr/>
          <a:lstStyle/>
          <a:p>
            <a:endParaRPr lang="it-IT"/>
          </a:p>
        </p:txBody>
      </p:sp>
      <p:sp>
        <p:nvSpPr>
          <p:cNvPr id="6" name="Slide Number Placeholder 5"/>
          <p:cNvSpPr>
            <a:spLocks noGrp="1"/>
          </p:cNvSpPr>
          <p:nvPr>
            <p:ph type="sldNum" sz="quarter" idx="12"/>
          </p:nvPr>
        </p:nvSpPr>
        <p:spPr/>
        <p:txBody>
          <a:bodyPr/>
          <a:lstStyle/>
          <a:p>
            <a:fld id="{9EE0F6B8-75BE-471A-AC1C-423B5F3D5A9D}" type="slidenum">
              <a:rPr lang="it-IT" smtClean="0"/>
              <a:t>‹N›</a:t>
            </a:fld>
            <a:endParaRPr lang="it-IT"/>
          </a:p>
        </p:txBody>
      </p:sp>
    </p:spTree>
    <p:extLst>
      <p:ext uri="{BB962C8B-B14F-4D97-AF65-F5344CB8AC3E}">
        <p14:creationId xmlns:p14="http://schemas.microsoft.com/office/powerpoint/2010/main" val="120165691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1_Titolo e testo vertical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it-IT"/>
              <a:t>Fare clic per modificare lo stile del titolo dello schema</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Date Placeholder 3"/>
          <p:cNvSpPr>
            <a:spLocks noGrp="1"/>
          </p:cNvSpPr>
          <p:nvPr>
            <p:ph type="dt" sz="half" idx="10"/>
          </p:nvPr>
        </p:nvSpPr>
        <p:spPr/>
        <p:txBody>
          <a:bodyPr/>
          <a:lstStyle/>
          <a:p>
            <a:fld id="{CFBE34AB-B73E-4B0C-8699-A3D555403971}" type="datetimeFigureOut">
              <a:rPr lang="it-IT" smtClean="0"/>
              <a:t>06/10/2025</a:t>
            </a:fld>
            <a:endParaRPr lang="it-IT"/>
          </a:p>
        </p:txBody>
      </p:sp>
      <p:sp>
        <p:nvSpPr>
          <p:cNvPr id="5" name="Footer Placeholder 4"/>
          <p:cNvSpPr>
            <a:spLocks noGrp="1"/>
          </p:cNvSpPr>
          <p:nvPr>
            <p:ph type="ftr" sz="quarter" idx="11"/>
          </p:nvPr>
        </p:nvSpPr>
        <p:spPr/>
        <p:txBody>
          <a:bodyPr/>
          <a:lstStyle/>
          <a:p>
            <a:endParaRPr lang="it-IT"/>
          </a:p>
        </p:txBody>
      </p:sp>
      <p:sp>
        <p:nvSpPr>
          <p:cNvPr id="6" name="Slide Number Placeholder 5"/>
          <p:cNvSpPr>
            <a:spLocks noGrp="1"/>
          </p:cNvSpPr>
          <p:nvPr>
            <p:ph type="sldNum" sz="quarter" idx="12"/>
          </p:nvPr>
        </p:nvSpPr>
        <p:spPr/>
        <p:txBody>
          <a:bodyPr/>
          <a:lstStyle/>
          <a:p>
            <a:fld id="{9EE0F6B8-75BE-471A-AC1C-423B5F3D5A9D}" type="slidenum">
              <a:rPr lang="it-IT" smtClean="0"/>
              <a:t>‹N›</a:t>
            </a:fld>
            <a:endParaRPr lang="it-IT"/>
          </a:p>
        </p:txBody>
      </p:sp>
    </p:spTree>
    <p:extLst>
      <p:ext uri="{BB962C8B-B14F-4D97-AF65-F5344CB8AC3E}">
        <p14:creationId xmlns:p14="http://schemas.microsoft.com/office/powerpoint/2010/main" val="42067060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it-IT"/>
              <a:t>Fare clic per modificare lo stile del titolo dello schema</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CFBE34AB-B73E-4B0C-8699-A3D555403971}" type="datetimeFigureOut">
              <a:rPr lang="it-IT" smtClean="0"/>
              <a:t>06/10/2025</a:t>
            </a:fld>
            <a:endParaRPr lang="it-IT"/>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it-IT"/>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9EE0F6B8-75BE-471A-AC1C-423B5F3D5A9D}" type="slidenum">
              <a:rPr lang="it-IT" smtClean="0"/>
              <a:t>‹N›</a:t>
            </a:fld>
            <a:endParaRPr lang="it-IT"/>
          </a:p>
        </p:txBody>
      </p:sp>
    </p:spTree>
    <p:extLst>
      <p:ext uri="{BB962C8B-B14F-4D97-AF65-F5344CB8AC3E}">
        <p14:creationId xmlns:p14="http://schemas.microsoft.com/office/powerpoint/2010/main" val="2175571315"/>
      </p:ext>
    </p:extLst>
  </p:cSld>
  <p:clrMap bg1="lt1" tx1="dk1" bg2="lt2" tx2="dk2" accent1="accent1" accent2="accent2" accent3="accent3" accent4="accent4" accent5="accent5" accent6="accent6" hlink="hlink" folHlink="folHlink"/>
  <p:sldLayoutIdLst>
    <p:sldLayoutId id="2147483708" r:id="rId1"/>
    <p:sldLayoutId id="2147483709" r:id="rId2"/>
    <p:sldLayoutId id="2147483710" r:id="rId3"/>
    <p:sldLayoutId id="2147483711" r:id="rId4"/>
    <p:sldLayoutId id="2147483712" r:id="rId5"/>
    <p:sldLayoutId id="2147483713" r:id="rId6"/>
    <p:sldLayoutId id="2147483714" r:id="rId7"/>
    <p:sldLayoutId id="2147483715" r:id="rId8"/>
    <p:sldLayoutId id="2147483716" r:id="rId9"/>
    <p:sldLayoutId id="2147483717" r:id="rId10"/>
    <p:sldLayoutId id="2147483718" r:id="rId11"/>
    <p:sldLayoutId id="2147483719" r:id="rId12"/>
    <p:sldLayoutId id="2147483720" r:id="rId13"/>
    <p:sldLayoutId id="2147483721" r:id="rId14"/>
    <p:sldLayoutId id="2147483722" r:id="rId15"/>
    <p:sldLayoutId id="2147483723"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ubuntu.com/download/amd#kria-k26"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putty.org/index.html" TargetMode="Externa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6F813B93-94BD-3D8D-2C5C-45718EEEBF14}"/>
              </a:ext>
            </a:extLst>
          </p:cNvPr>
          <p:cNvSpPr>
            <a:spLocks noGrp="1"/>
          </p:cNvSpPr>
          <p:nvPr>
            <p:ph type="ctrTitle"/>
          </p:nvPr>
        </p:nvSpPr>
        <p:spPr/>
        <p:txBody>
          <a:bodyPr/>
          <a:lstStyle/>
          <a:p>
            <a:r>
              <a:rPr lang="it-IT" dirty="0"/>
              <a:t>AXI DMA Driver Test </a:t>
            </a:r>
            <a:r>
              <a:rPr lang="it-IT" dirty="0" err="1"/>
              <a:t>Instructions</a:t>
            </a:r>
            <a:endParaRPr lang="it-IT" dirty="0"/>
          </a:p>
        </p:txBody>
      </p:sp>
      <p:sp>
        <p:nvSpPr>
          <p:cNvPr id="3" name="Sottotitolo 2">
            <a:extLst>
              <a:ext uri="{FF2B5EF4-FFF2-40B4-BE49-F238E27FC236}">
                <a16:creationId xmlns:a16="http://schemas.microsoft.com/office/drawing/2014/main" id="{A0F06611-8CD0-A0E7-16C4-8A22F84DA3B5}"/>
              </a:ext>
            </a:extLst>
          </p:cNvPr>
          <p:cNvSpPr>
            <a:spLocks noGrp="1"/>
          </p:cNvSpPr>
          <p:nvPr>
            <p:ph type="subTitle" idx="1"/>
          </p:nvPr>
        </p:nvSpPr>
        <p:spPr/>
        <p:txBody>
          <a:bodyPr/>
          <a:lstStyle/>
          <a:p>
            <a:r>
              <a:rPr lang="it-IT" dirty="0"/>
              <a:t>For the </a:t>
            </a:r>
            <a:r>
              <a:rPr lang="it-IT" dirty="0" err="1"/>
              <a:t>Kria</a:t>
            </a:r>
            <a:r>
              <a:rPr lang="it-IT" dirty="0"/>
              <a:t> KV260 Vision AI Starter Kit</a:t>
            </a:r>
          </a:p>
        </p:txBody>
      </p:sp>
    </p:spTree>
    <p:extLst>
      <p:ext uri="{BB962C8B-B14F-4D97-AF65-F5344CB8AC3E}">
        <p14:creationId xmlns:p14="http://schemas.microsoft.com/office/powerpoint/2010/main" val="13063641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3A2E408D-9282-815E-19D3-2D639F93AF56}"/>
              </a:ext>
            </a:extLst>
          </p:cNvPr>
          <p:cNvSpPr>
            <a:spLocks noGrp="1"/>
          </p:cNvSpPr>
          <p:nvPr>
            <p:ph type="title"/>
          </p:nvPr>
        </p:nvSpPr>
        <p:spPr/>
        <p:txBody>
          <a:bodyPr/>
          <a:lstStyle/>
          <a:p>
            <a:r>
              <a:rPr lang="it-IT" dirty="0"/>
              <a:t>Step 1: Set up</a:t>
            </a:r>
          </a:p>
        </p:txBody>
      </p:sp>
      <p:sp>
        <p:nvSpPr>
          <p:cNvPr id="3" name="Segnaposto contenuto 2">
            <a:extLst>
              <a:ext uri="{FF2B5EF4-FFF2-40B4-BE49-F238E27FC236}">
                <a16:creationId xmlns:a16="http://schemas.microsoft.com/office/drawing/2014/main" id="{84542CD3-88A4-3706-382F-2216F020C38A}"/>
              </a:ext>
            </a:extLst>
          </p:cNvPr>
          <p:cNvSpPr>
            <a:spLocks noGrp="1"/>
          </p:cNvSpPr>
          <p:nvPr>
            <p:ph idx="1"/>
          </p:nvPr>
        </p:nvSpPr>
        <p:spPr>
          <a:xfrm>
            <a:off x="677334" y="1610520"/>
            <a:ext cx="8596668" cy="5190330"/>
          </a:xfrm>
        </p:spPr>
        <p:txBody>
          <a:bodyPr/>
          <a:lstStyle/>
          <a:p>
            <a:r>
              <a:rPr lang="it-IT" dirty="0"/>
              <a:t>Download the </a:t>
            </a:r>
            <a:r>
              <a:rPr lang="it-IT" dirty="0" err="1"/>
              <a:t>Kria</a:t>
            </a:r>
            <a:r>
              <a:rPr lang="it-IT" dirty="0"/>
              <a:t> Ubuntu image from the Ubuntu website: </a:t>
            </a:r>
            <a:r>
              <a:rPr lang="it-IT" dirty="0">
                <a:hlinkClick r:id="rId2"/>
              </a:rPr>
              <a:t>https://ubuntu.com/download/amd#kria-k26</a:t>
            </a:r>
            <a:endParaRPr lang="it-IT" dirty="0"/>
          </a:p>
          <a:p>
            <a:r>
              <a:rPr lang="it-IT" dirty="0"/>
              <a:t>Flash the image on a micro SD card with an image flashing tool (e.g. Balena </a:t>
            </a:r>
            <a:r>
              <a:rPr lang="it-IT" dirty="0" err="1"/>
              <a:t>Etcher</a:t>
            </a:r>
            <a:r>
              <a:rPr lang="it-IT" dirty="0"/>
              <a:t>);</a:t>
            </a:r>
          </a:p>
          <a:p>
            <a:r>
              <a:rPr lang="it-IT" dirty="0"/>
              <a:t>Connect the </a:t>
            </a:r>
            <a:r>
              <a:rPr lang="it-IT" dirty="0" err="1"/>
              <a:t>Kria</a:t>
            </a:r>
            <a:r>
              <a:rPr lang="it-IT" dirty="0"/>
              <a:t> to </a:t>
            </a:r>
            <a:r>
              <a:rPr lang="it-IT" dirty="0" err="1"/>
              <a:t>your</a:t>
            </a:r>
            <a:r>
              <a:rPr lang="it-IT" dirty="0"/>
              <a:t> computer via UART</a:t>
            </a:r>
          </a:p>
          <a:p>
            <a:pPr lvl="8"/>
            <a:endParaRPr lang="it-IT" dirty="0"/>
          </a:p>
          <a:p>
            <a:pPr lvl="8"/>
            <a:r>
              <a:rPr lang="it-IT" sz="1800" dirty="0"/>
              <a:t>UART </a:t>
            </a:r>
            <a:r>
              <a:rPr lang="it-IT" sz="1800" dirty="0" err="1"/>
              <a:t>parameters</a:t>
            </a:r>
            <a:r>
              <a:rPr lang="it-IT" sz="1800" dirty="0"/>
              <a:t>: </a:t>
            </a:r>
          </a:p>
          <a:p>
            <a:pPr marL="3657600" lvl="8" indent="0">
              <a:buNone/>
            </a:pPr>
            <a:r>
              <a:rPr lang="it-IT" sz="1800" dirty="0"/>
              <a:t>Baud rate = 115200</a:t>
            </a:r>
          </a:p>
          <a:p>
            <a:pPr marL="3657600" lvl="8" indent="0">
              <a:buNone/>
            </a:pPr>
            <a:r>
              <a:rPr lang="it-IT" sz="1800" dirty="0"/>
              <a:t>Data bits = 8, Stop bits = 1</a:t>
            </a:r>
          </a:p>
          <a:p>
            <a:pPr marL="3657600" lvl="8" indent="0">
              <a:buNone/>
            </a:pPr>
            <a:r>
              <a:rPr lang="it-IT" sz="1800" dirty="0" err="1"/>
              <a:t>Parity</a:t>
            </a:r>
            <a:r>
              <a:rPr lang="it-IT" sz="1800" dirty="0"/>
              <a:t> = None</a:t>
            </a:r>
          </a:p>
          <a:p>
            <a:pPr marL="3657600" lvl="8" indent="0">
              <a:buNone/>
            </a:pPr>
            <a:r>
              <a:rPr lang="it-IT" sz="1800" dirty="0" err="1"/>
              <a:t>If</a:t>
            </a:r>
            <a:r>
              <a:rPr lang="it-IT" sz="1800" dirty="0"/>
              <a:t> </a:t>
            </a:r>
            <a:r>
              <a:rPr lang="it-IT" sz="1800" dirty="0" err="1"/>
              <a:t>using</a:t>
            </a:r>
            <a:r>
              <a:rPr lang="it-IT" sz="1800" dirty="0"/>
              <a:t> </a:t>
            </a:r>
            <a:r>
              <a:rPr lang="it-IT" sz="1800" dirty="0" err="1"/>
              <a:t>PuTTY</a:t>
            </a:r>
            <a:r>
              <a:rPr lang="it-IT" sz="1800" dirty="0"/>
              <a:t>, </a:t>
            </a:r>
            <a:r>
              <a:rPr lang="it-IT" sz="1800" dirty="0" err="1"/>
              <a:t>remember</a:t>
            </a:r>
            <a:r>
              <a:rPr lang="it-IT" sz="1800" dirty="0"/>
              <a:t> to </a:t>
            </a:r>
            <a:r>
              <a:rPr lang="it-IT" sz="1800" dirty="0" err="1"/>
              <a:t>change</a:t>
            </a:r>
            <a:r>
              <a:rPr lang="it-IT" sz="1800" dirty="0"/>
              <a:t> the</a:t>
            </a:r>
          </a:p>
          <a:p>
            <a:pPr marL="3657600" lvl="8" indent="0">
              <a:buNone/>
            </a:pPr>
            <a:r>
              <a:rPr lang="it-IT" sz="1800" dirty="0"/>
              <a:t>font (in </a:t>
            </a:r>
            <a:r>
              <a:rPr lang="it-IT" sz="1800" i="1" dirty="0"/>
              <a:t>Window -&gt; </a:t>
            </a:r>
            <a:r>
              <a:rPr lang="it-IT" sz="1800" i="1" dirty="0" err="1"/>
              <a:t>Appearance</a:t>
            </a:r>
            <a:r>
              <a:rPr lang="it-IT" sz="1800" dirty="0"/>
              <a:t>)</a:t>
            </a:r>
          </a:p>
          <a:p>
            <a:pPr lvl="7"/>
            <a:endParaRPr lang="it-IT" dirty="0"/>
          </a:p>
          <a:p>
            <a:endParaRPr lang="it-IT" dirty="0"/>
          </a:p>
        </p:txBody>
      </p:sp>
      <p:pic>
        <p:nvPicPr>
          <p:cNvPr id="5" name="Immagine 4">
            <a:extLst>
              <a:ext uri="{FF2B5EF4-FFF2-40B4-BE49-F238E27FC236}">
                <a16:creationId xmlns:a16="http://schemas.microsoft.com/office/drawing/2014/main" id="{2A6FD3DF-FF71-1C64-B532-BC1BC792938C}"/>
              </a:ext>
            </a:extLst>
          </p:cNvPr>
          <p:cNvPicPr>
            <a:picLocks noChangeAspect="1"/>
          </p:cNvPicPr>
          <p:nvPr/>
        </p:nvPicPr>
        <p:blipFill>
          <a:blip r:embed="rId3"/>
          <a:stretch>
            <a:fillRect/>
          </a:stretch>
        </p:blipFill>
        <p:spPr>
          <a:xfrm>
            <a:off x="954147" y="3398039"/>
            <a:ext cx="2605158" cy="2981325"/>
          </a:xfrm>
          <a:prstGeom prst="rect">
            <a:avLst/>
          </a:prstGeom>
        </p:spPr>
      </p:pic>
    </p:spTree>
    <p:extLst>
      <p:ext uri="{BB962C8B-B14F-4D97-AF65-F5344CB8AC3E}">
        <p14:creationId xmlns:p14="http://schemas.microsoft.com/office/powerpoint/2010/main" val="28485646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E71826DE-49F5-6224-786B-F1A734003FF8}"/>
              </a:ext>
            </a:extLst>
          </p:cNvPr>
          <p:cNvSpPr>
            <a:spLocks noGrp="1"/>
          </p:cNvSpPr>
          <p:nvPr>
            <p:ph type="title"/>
          </p:nvPr>
        </p:nvSpPr>
        <p:spPr/>
        <p:txBody>
          <a:bodyPr/>
          <a:lstStyle/>
          <a:p>
            <a:r>
              <a:rPr lang="it-IT" dirty="0" err="1"/>
              <a:t>PuTTY</a:t>
            </a:r>
            <a:endParaRPr lang="it-IT" dirty="0"/>
          </a:p>
        </p:txBody>
      </p:sp>
      <p:sp>
        <p:nvSpPr>
          <p:cNvPr id="3" name="Segnaposto contenuto 2">
            <a:extLst>
              <a:ext uri="{FF2B5EF4-FFF2-40B4-BE49-F238E27FC236}">
                <a16:creationId xmlns:a16="http://schemas.microsoft.com/office/drawing/2014/main" id="{B7D496D6-63A7-5B2F-3B6A-7D7E9297ABFB}"/>
              </a:ext>
            </a:extLst>
          </p:cNvPr>
          <p:cNvSpPr>
            <a:spLocks noGrp="1"/>
          </p:cNvSpPr>
          <p:nvPr>
            <p:ph idx="1"/>
          </p:nvPr>
        </p:nvSpPr>
        <p:spPr>
          <a:xfrm>
            <a:off x="677334" y="1439067"/>
            <a:ext cx="9295342" cy="3880773"/>
          </a:xfrm>
        </p:spPr>
        <p:txBody>
          <a:bodyPr/>
          <a:lstStyle/>
          <a:p>
            <a:r>
              <a:rPr lang="it-IT"/>
              <a:t>Download PuTTY: </a:t>
            </a:r>
            <a:r>
              <a:rPr lang="it-IT">
                <a:hlinkClick r:id="rId2"/>
              </a:rPr>
              <a:t>https://putty.org/index.html</a:t>
            </a:r>
            <a:r>
              <a:rPr lang="it-IT"/>
              <a:t> (on ubuntu: sudo apt install putty);</a:t>
            </a:r>
          </a:p>
          <a:p>
            <a:r>
              <a:rPr lang="it-IT"/>
              <a:t>Run it and set up the connection with the parameters shown earlier;</a:t>
            </a:r>
          </a:p>
          <a:p>
            <a:r>
              <a:rPr lang="it-IT"/>
              <a:t>To find the COM port you can go to the </a:t>
            </a:r>
            <a:r>
              <a:rPr lang="it-IT" i="1"/>
              <a:t>Manage Devices </a:t>
            </a:r>
            <a:r>
              <a:rPr lang="it-IT"/>
              <a:t>tab in the Control Panel (on ubuntu: </a:t>
            </a:r>
            <a:r>
              <a:rPr lang="it-IT" i="1"/>
              <a:t>ls /dev | grep tty </a:t>
            </a:r>
            <a:r>
              <a:rPr lang="it-IT"/>
              <a:t>OR </a:t>
            </a:r>
            <a:r>
              <a:rPr lang="it-IT" i="1"/>
              <a:t>ls /dev | grep USB</a:t>
            </a:r>
            <a:r>
              <a:rPr lang="it-IT"/>
              <a:t>)</a:t>
            </a:r>
          </a:p>
          <a:p>
            <a:endParaRPr lang="it-IT" i="1"/>
          </a:p>
          <a:p>
            <a:endParaRPr lang="it-IT" i="1"/>
          </a:p>
          <a:p>
            <a:endParaRPr lang="it-IT" i="1"/>
          </a:p>
          <a:p>
            <a:endParaRPr lang="it-IT" i="1"/>
          </a:p>
          <a:p>
            <a:endParaRPr lang="it-IT" dirty="0"/>
          </a:p>
        </p:txBody>
      </p:sp>
      <p:pic>
        <p:nvPicPr>
          <p:cNvPr id="5" name="Immagine 4">
            <a:extLst>
              <a:ext uri="{FF2B5EF4-FFF2-40B4-BE49-F238E27FC236}">
                <a16:creationId xmlns:a16="http://schemas.microsoft.com/office/drawing/2014/main" id="{B37BB3D7-EBD7-3437-6069-DABD6F97F988}"/>
              </a:ext>
            </a:extLst>
          </p:cNvPr>
          <p:cNvPicPr>
            <a:picLocks noChangeAspect="1"/>
          </p:cNvPicPr>
          <p:nvPr/>
        </p:nvPicPr>
        <p:blipFill>
          <a:blip r:embed="rId3"/>
          <a:stretch>
            <a:fillRect/>
          </a:stretch>
        </p:blipFill>
        <p:spPr>
          <a:xfrm>
            <a:off x="1276537" y="3170015"/>
            <a:ext cx="2181038" cy="3228974"/>
          </a:xfrm>
          <a:prstGeom prst="rect">
            <a:avLst/>
          </a:prstGeom>
        </p:spPr>
      </p:pic>
      <p:pic>
        <p:nvPicPr>
          <p:cNvPr id="7" name="Immagine 6">
            <a:extLst>
              <a:ext uri="{FF2B5EF4-FFF2-40B4-BE49-F238E27FC236}">
                <a16:creationId xmlns:a16="http://schemas.microsoft.com/office/drawing/2014/main" id="{37556C24-7091-5FC2-54D3-58597851CA7B}"/>
              </a:ext>
            </a:extLst>
          </p:cNvPr>
          <p:cNvPicPr>
            <a:picLocks noChangeAspect="1"/>
          </p:cNvPicPr>
          <p:nvPr/>
        </p:nvPicPr>
        <p:blipFill>
          <a:blip r:embed="rId4"/>
          <a:stretch>
            <a:fillRect/>
          </a:stretch>
        </p:blipFill>
        <p:spPr>
          <a:xfrm>
            <a:off x="4346353" y="2911031"/>
            <a:ext cx="3746943" cy="3746943"/>
          </a:xfrm>
          <a:prstGeom prst="rect">
            <a:avLst/>
          </a:prstGeom>
        </p:spPr>
      </p:pic>
    </p:spTree>
    <p:extLst>
      <p:ext uri="{BB962C8B-B14F-4D97-AF65-F5344CB8AC3E}">
        <p14:creationId xmlns:p14="http://schemas.microsoft.com/office/powerpoint/2010/main" val="27540313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C9E3C221-533E-18EB-CCD9-AC9E5994B10B}"/>
              </a:ext>
            </a:extLst>
          </p:cNvPr>
          <p:cNvSpPr>
            <a:spLocks noGrp="1"/>
          </p:cNvSpPr>
          <p:nvPr>
            <p:ph type="title"/>
          </p:nvPr>
        </p:nvSpPr>
        <p:spPr>
          <a:xfrm>
            <a:off x="677334" y="609600"/>
            <a:ext cx="8596668" cy="1320800"/>
          </a:xfrm>
        </p:spPr>
        <p:txBody>
          <a:bodyPr anchor="t">
            <a:normAutofit/>
          </a:bodyPr>
          <a:lstStyle/>
          <a:p>
            <a:r>
              <a:rPr lang="it-IT" dirty="0"/>
              <a:t>Step 2: Standalone </a:t>
            </a:r>
            <a:r>
              <a:rPr lang="it-IT" dirty="0" err="1"/>
              <a:t>Kria</a:t>
            </a:r>
            <a:r>
              <a:rPr lang="it-IT" dirty="0"/>
              <a:t> test</a:t>
            </a:r>
          </a:p>
        </p:txBody>
      </p:sp>
      <p:sp>
        <p:nvSpPr>
          <p:cNvPr id="3" name="Segnaposto contenuto 2">
            <a:extLst>
              <a:ext uri="{FF2B5EF4-FFF2-40B4-BE49-F238E27FC236}">
                <a16:creationId xmlns:a16="http://schemas.microsoft.com/office/drawing/2014/main" id="{2570DE1A-8E9B-377C-F9FF-A95F9EB05B8C}"/>
              </a:ext>
            </a:extLst>
          </p:cNvPr>
          <p:cNvSpPr>
            <a:spLocks noGrp="1"/>
          </p:cNvSpPr>
          <p:nvPr>
            <p:ph idx="1"/>
          </p:nvPr>
        </p:nvSpPr>
        <p:spPr>
          <a:xfrm>
            <a:off x="677334" y="2160590"/>
            <a:ext cx="5220430" cy="3701270"/>
          </a:xfrm>
        </p:spPr>
        <p:txBody>
          <a:bodyPr>
            <a:normAutofit/>
          </a:bodyPr>
          <a:lstStyle/>
          <a:p>
            <a:pPr>
              <a:lnSpc>
                <a:spcPct val="90000"/>
              </a:lnSpc>
            </a:pPr>
            <a:r>
              <a:rPr lang="it-IT" sz="1500"/>
              <a:t>Once the PuTTY connection starts up successfully, connect the Kria’s power cable. The PuTTY window should start showing some text; </a:t>
            </a:r>
          </a:p>
          <a:p>
            <a:pPr>
              <a:lnSpc>
                <a:spcPct val="90000"/>
              </a:lnSpc>
            </a:pPr>
            <a:r>
              <a:rPr lang="it-IT" sz="1500"/>
              <a:t>After the boot up is complete, you will need to set a username and password (recommendation is the same thing for both, forgetting the password is bad!);</a:t>
            </a:r>
          </a:p>
          <a:p>
            <a:pPr>
              <a:lnSpc>
                <a:spcPct val="90000"/>
              </a:lnSpc>
            </a:pPr>
            <a:r>
              <a:rPr lang="it-IT" sz="1500"/>
              <a:t>Once you’re logged in, it’s strongly recommended to connect the Kria to the internet via ethernet, it will make uploading files to it much less time consuming (good for repeated tests!);</a:t>
            </a:r>
          </a:p>
          <a:p>
            <a:pPr>
              <a:lnSpc>
                <a:spcPct val="90000"/>
              </a:lnSpc>
            </a:pPr>
            <a:r>
              <a:rPr lang="it-IT" sz="1500"/>
              <a:t>If you connect to the internet, you can find out your IP address via </a:t>
            </a:r>
            <a:r>
              <a:rPr lang="it-IT" sz="1500" i="1"/>
              <a:t>ifconfig;</a:t>
            </a:r>
          </a:p>
          <a:p>
            <a:pPr>
              <a:lnSpc>
                <a:spcPct val="90000"/>
              </a:lnSpc>
            </a:pPr>
            <a:r>
              <a:rPr lang="it-IT" sz="1500"/>
              <a:t>The Kria’s IP address can be used to connect with PuTTY via Ethernet as well, as it’s a more stable connection than using UART</a:t>
            </a:r>
          </a:p>
        </p:txBody>
      </p:sp>
      <p:pic>
        <p:nvPicPr>
          <p:cNvPr id="5" name="Immagine 4">
            <a:extLst>
              <a:ext uri="{FF2B5EF4-FFF2-40B4-BE49-F238E27FC236}">
                <a16:creationId xmlns:a16="http://schemas.microsoft.com/office/drawing/2014/main" id="{D4A0395B-BB1A-076C-E89C-988DDCECF462}"/>
              </a:ext>
            </a:extLst>
          </p:cNvPr>
          <p:cNvPicPr>
            <a:picLocks noChangeAspect="1"/>
          </p:cNvPicPr>
          <p:nvPr/>
        </p:nvPicPr>
        <p:blipFill>
          <a:blip r:embed="rId2"/>
          <a:stretch>
            <a:fillRect/>
          </a:stretch>
        </p:blipFill>
        <p:spPr>
          <a:xfrm>
            <a:off x="6087417" y="2159000"/>
            <a:ext cx="3145536" cy="3687102"/>
          </a:xfrm>
          <a:prstGeom prst="rect">
            <a:avLst/>
          </a:prstGeom>
        </p:spPr>
      </p:pic>
    </p:spTree>
    <p:extLst>
      <p:ext uri="{BB962C8B-B14F-4D97-AF65-F5344CB8AC3E}">
        <p14:creationId xmlns:p14="http://schemas.microsoft.com/office/powerpoint/2010/main" val="861155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AD51DF73-0194-88AB-ADC8-F7F91EE9F3CB}"/>
              </a:ext>
            </a:extLst>
          </p:cNvPr>
          <p:cNvSpPr>
            <a:spLocks noGrp="1"/>
          </p:cNvSpPr>
          <p:nvPr>
            <p:ph type="title"/>
          </p:nvPr>
        </p:nvSpPr>
        <p:spPr/>
        <p:txBody>
          <a:bodyPr/>
          <a:lstStyle/>
          <a:p>
            <a:r>
              <a:rPr lang="it-IT" dirty="0"/>
              <a:t>Step 3: File transfer</a:t>
            </a:r>
          </a:p>
        </p:txBody>
      </p:sp>
      <p:sp>
        <p:nvSpPr>
          <p:cNvPr id="3" name="Segnaposto contenuto 2">
            <a:extLst>
              <a:ext uri="{FF2B5EF4-FFF2-40B4-BE49-F238E27FC236}">
                <a16:creationId xmlns:a16="http://schemas.microsoft.com/office/drawing/2014/main" id="{E1EE37D2-440B-AFAB-8948-C4555764B1E9}"/>
              </a:ext>
            </a:extLst>
          </p:cNvPr>
          <p:cNvSpPr>
            <a:spLocks noGrp="1"/>
          </p:cNvSpPr>
          <p:nvPr>
            <p:ph idx="1"/>
          </p:nvPr>
        </p:nvSpPr>
        <p:spPr>
          <a:xfrm>
            <a:off x="677334" y="1539083"/>
            <a:ext cx="8596668" cy="5218905"/>
          </a:xfrm>
        </p:spPr>
        <p:txBody>
          <a:bodyPr>
            <a:normAutofit/>
          </a:bodyPr>
          <a:lstStyle/>
          <a:p>
            <a:pPr marL="0" indent="0">
              <a:buNone/>
            </a:pPr>
            <a:r>
              <a:rPr lang="it-IT" dirty="0"/>
              <a:t>To transfer files to </a:t>
            </a:r>
            <a:r>
              <a:rPr lang="it-IT" dirty="0" err="1"/>
              <a:t>your</a:t>
            </a:r>
            <a:r>
              <a:rPr lang="it-IT" dirty="0"/>
              <a:t> </a:t>
            </a:r>
            <a:r>
              <a:rPr lang="it-IT" dirty="0" err="1"/>
              <a:t>Kria</a:t>
            </a:r>
            <a:r>
              <a:rPr lang="it-IT" dirty="0"/>
              <a:t> </a:t>
            </a:r>
            <a:r>
              <a:rPr lang="it-IT" dirty="0" err="1"/>
              <a:t>you</a:t>
            </a:r>
            <a:r>
              <a:rPr lang="it-IT" dirty="0"/>
              <a:t> </a:t>
            </a:r>
            <a:r>
              <a:rPr lang="it-IT" dirty="0" err="1"/>
              <a:t>have</a:t>
            </a:r>
            <a:r>
              <a:rPr lang="it-IT" dirty="0"/>
              <a:t> </a:t>
            </a:r>
            <a:r>
              <a:rPr lang="it-IT" dirty="0" err="1"/>
              <a:t>two</a:t>
            </a:r>
            <a:r>
              <a:rPr lang="it-IT" dirty="0"/>
              <a:t> options:</a:t>
            </a:r>
          </a:p>
          <a:p>
            <a:r>
              <a:rPr lang="it-IT" dirty="0"/>
              <a:t>FTP </a:t>
            </a:r>
            <a:r>
              <a:rPr lang="it-IT" dirty="0" err="1"/>
              <a:t>allows</a:t>
            </a:r>
            <a:r>
              <a:rPr lang="it-IT" dirty="0"/>
              <a:t> </a:t>
            </a:r>
            <a:r>
              <a:rPr lang="it-IT" dirty="0" err="1"/>
              <a:t>you</a:t>
            </a:r>
            <a:r>
              <a:rPr lang="it-IT" dirty="0"/>
              <a:t> to transfer files </a:t>
            </a:r>
            <a:r>
              <a:rPr lang="it-IT" dirty="0" err="1"/>
              <a:t>quickly</a:t>
            </a:r>
            <a:r>
              <a:rPr lang="it-IT" dirty="0"/>
              <a:t> </a:t>
            </a:r>
            <a:r>
              <a:rPr lang="it-IT" dirty="0" err="1"/>
              <a:t>but</a:t>
            </a:r>
            <a:r>
              <a:rPr lang="it-IT" dirty="0"/>
              <a:t> </a:t>
            </a:r>
            <a:r>
              <a:rPr lang="it-IT" dirty="0" err="1"/>
              <a:t>requires</a:t>
            </a:r>
            <a:r>
              <a:rPr lang="it-IT" dirty="0"/>
              <a:t> the </a:t>
            </a:r>
            <a:r>
              <a:rPr lang="it-IT" dirty="0" err="1"/>
              <a:t>Kria</a:t>
            </a:r>
            <a:r>
              <a:rPr lang="it-IT" dirty="0"/>
              <a:t> to be </a:t>
            </a:r>
            <a:r>
              <a:rPr lang="it-IT" dirty="0" err="1"/>
              <a:t>connected</a:t>
            </a:r>
            <a:r>
              <a:rPr lang="it-IT" dirty="0"/>
              <a:t> to the internet and </a:t>
            </a:r>
            <a:r>
              <a:rPr lang="it-IT" dirty="0" err="1"/>
              <a:t>third</a:t>
            </a:r>
            <a:r>
              <a:rPr lang="it-IT" dirty="0"/>
              <a:t> party software for FTP (e.g. </a:t>
            </a:r>
            <a:r>
              <a:rPr lang="it-IT" dirty="0" err="1"/>
              <a:t>Filezilla</a:t>
            </a:r>
            <a:r>
              <a:rPr lang="it-IT" dirty="0"/>
              <a:t>);</a:t>
            </a:r>
          </a:p>
          <a:p>
            <a:r>
              <a:rPr lang="it-IT" dirty="0"/>
              <a:t>Manual </a:t>
            </a:r>
            <a:r>
              <a:rPr lang="it-IT" dirty="0" err="1"/>
              <a:t>is</a:t>
            </a:r>
            <a:r>
              <a:rPr lang="it-IT" dirty="0"/>
              <a:t> </a:t>
            </a:r>
            <a:r>
              <a:rPr lang="it-IT" dirty="0" err="1"/>
              <a:t>much</a:t>
            </a:r>
            <a:r>
              <a:rPr lang="it-IT" dirty="0"/>
              <a:t> </a:t>
            </a:r>
            <a:r>
              <a:rPr lang="it-IT" dirty="0" err="1"/>
              <a:t>slower</a:t>
            </a:r>
            <a:r>
              <a:rPr lang="it-IT" dirty="0"/>
              <a:t>, </a:t>
            </a:r>
            <a:r>
              <a:rPr lang="it-IT" dirty="0" err="1"/>
              <a:t>requires</a:t>
            </a:r>
            <a:r>
              <a:rPr lang="it-IT" dirty="0"/>
              <a:t> a way to work with ext4 file systems (Windows </a:t>
            </a:r>
            <a:r>
              <a:rPr lang="it-IT" dirty="0" err="1"/>
              <a:t>can’t</a:t>
            </a:r>
            <a:r>
              <a:rPr lang="it-IT" dirty="0"/>
              <a:t> </a:t>
            </a:r>
            <a:r>
              <a:rPr lang="it-IT" dirty="0" err="1"/>
              <a:t>interact</a:t>
            </a:r>
            <a:r>
              <a:rPr lang="it-IT" dirty="0"/>
              <a:t> with </a:t>
            </a:r>
            <a:r>
              <a:rPr lang="it-IT" dirty="0" err="1"/>
              <a:t>it</a:t>
            </a:r>
            <a:r>
              <a:rPr lang="it-IT" dirty="0"/>
              <a:t> </a:t>
            </a:r>
            <a:r>
              <a:rPr lang="it-IT" dirty="0" err="1"/>
              <a:t>easily</a:t>
            </a:r>
            <a:r>
              <a:rPr lang="it-IT" dirty="0"/>
              <a:t>, so </a:t>
            </a:r>
            <a:r>
              <a:rPr lang="it-IT" dirty="0" err="1"/>
              <a:t>it’s</a:t>
            </a:r>
            <a:r>
              <a:rPr lang="it-IT" dirty="0"/>
              <a:t> </a:t>
            </a:r>
            <a:r>
              <a:rPr lang="it-IT" dirty="0" err="1"/>
              <a:t>recommended</a:t>
            </a:r>
            <a:r>
              <a:rPr lang="it-IT" dirty="0"/>
              <a:t> to set up a Ubuntu dual boot on </a:t>
            </a:r>
            <a:r>
              <a:rPr lang="it-IT" dirty="0" err="1"/>
              <a:t>your</a:t>
            </a:r>
            <a:r>
              <a:rPr lang="it-IT" dirty="0"/>
              <a:t> PC </a:t>
            </a:r>
            <a:r>
              <a:rPr lang="it-IT" dirty="0" err="1"/>
              <a:t>if</a:t>
            </a:r>
            <a:r>
              <a:rPr lang="it-IT" dirty="0"/>
              <a:t> </a:t>
            </a:r>
            <a:r>
              <a:rPr lang="it-IT" dirty="0" err="1"/>
              <a:t>you</a:t>
            </a:r>
            <a:r>
              <a:rPr lang="it-IT" dirty="0"/>
              <a:t> </a:t>
            </a:r>
            <a:r>
              <a:rPr lang="it-IT" dirty="0" err="1"/>
              <a:t>have</a:t>
            </a:r>
            <a:r>
              <a:rPr lang="it-IT" dirty="0"/>
              <a:t> Windows) and a micro SD to USB </a:t>
            </a:r>
            <a:r>
              <a:rPr lang="it-IT" dirty="0" err="1"/>
              <a:t>adapter</a:t>
            </a:r>
            <a:r>
              <a:rPr lang="it-IT" dirty="0"/>
              <a:t> (or </a:t>
            </a:r>
            <a:r>
              <a:rPr lang="it-IT" dirty="0" err="1"/>
              <a:t>any</a:t>
            </a:r>
            <a:r>
              <a:rPr lang="it-IT" dirty="0"/>
              <a:t> </a:t>
            </a:r>
            <a:r>
              <a:rPr lang="it-IT" dirty="0" err="1"/>
              <a:t>other</a:t>
            </a:r>
            <a:r>
              <a:rPr lang="it-IT" dirty="0"/>
              <a:t> way to </a:t>
            </a:r>
            <a:r>
              <a:rPr lang="it-IT" dirty="0" err="1"/>
              <a:t>insert</a:t>
            </a:r>
            <a:r>
              <a:rPr lang="it-IT" dirty="0"/>
              <a:t> the SD </a:t>
            </a:r>
            <a:r>
              <a:rPr lang="it-IT" dirty="0" err="1"/>
              <a:t>into</a:t>
            </a:r>
            <a:r>
              <a:rPr lang="it-IT" dirty="0"/>
              <a:t> </a:t>
            </a:r>
            <a:r>
              <a:rPr lang="it-IT" dirty="0" err="1"/>
              <a:t>your</a:t>
            </a:r>
            <a:r>
              <a:rPr lang="it-IT" dirty="0"/>
              <a:t> PC), </a:t>
            </a:r>
            <a:r>
              <a:rPr lang="it-IT" dirty="0" err="1"/>
              <a:t>but</a:t>
            </a:r>
            <a:r>
              <a:rPr lang="it-IT" dirty="0"/>
              <a:t> </a:t>
            </a:r>
            <a:r>
              <a:rPr lang="it-IT" dirty="0" err="1"/>
              <a:t>it</a:t>
            </a:r>
            <a:r>
              <a:rPr lang="it-IT" dirty="0"/>
              <a:t> </a:t>
            </a:r>
            <a:r>
              <a:rPr lang="it-IT" dirty="0" err="1"/>
              <a:t>doesn’t</a:t>
            </a:r>
            <a:r>
              <a:rPr lang="it-IT" dirty="0"/>
              <a:t> </a:t>
            </a:r>
            <a:r>
              <a:rPr lang="it-IT" dirty="0" err="1"/>
              <a:t>require</a:t>
            </a:r>
            <a:r>
              <a:rPr lang="it-IT" dirty="0"/>
              <a:t> an internet connection.</a:t>
            </a:r>
          </a:p>
          <a:p>
            <a:pPr marL="0" indent="0">
              <a:buNone/>
            </a:pPr>
            <a:r>
              <a:rPr lang="it-IT" dirty="0"/>
              <a:t>Using </a:t>
            </a:r>
            <a:r>
              <a:rPr lang="it-IT" dirty="0" err="1"/>
              <a:t>your</a:t>
            </a:r>
            <a:r>
              <a:rPr lang="it-IT" dirty="0"/>
              <a:t> </a:t>
            </a:r>
            <a:r>
              <a:rPr lang="it-IT" dirty="0" err="1"/>
              <a:t>method</a:t>
            </a:r>
            <a:r>
              <a:rPr lang="it-IT" dirty="0"/>
              <a:t> of </a:t>
            </a:r>
            <a:r>
              <a:rPr lang="it-IT" dirty="0" err="1"/>
              <a:t>choice</a:t>
            </a:r>
            <a:r>
              <a:rPr lang="it-IT" dirty="0"/>
              <a:t>, upload the </a:t>
            </a:r>
            <a:r>
              <a:rPr lang="it-IT" dirty="0" err="1"/>
              <a:t>github</a:t>
            </a:r>
            <a:r>
              <a:rPr lang="it-IT" dirty="0"/>
              <a:t> repository on the </a:t>
            </a:r>
            <a:r>
              <a:rPr lang="it-IT" dirty="0" err="1"/>
              <a:t>Kria</a:t>
            </a:r>
            <a:r>
              <a:rPr lang="it-IT" dirty="0"/>
              <a:t> (or </a:t>
            </a:r>
            <a:r>
              <a:rPr lang="it-IT" dirty="0" err="1"/>
              <a:t>you</a:t>
            </a:r>
            <a:r>
              <a:rPr lang="it-IT" dirty="0"/>
              <a:t> can </a:t>
            </a:r>
            <a:r>
              <a:rPr lang="it-IT" dirty="0" err="1"/>
              <a:t>run</a:t>
            </a:r>
            <a:r>
              <a:rPr lang="it-IT" dirty="0"/>
              <a:t> </a:t>
            </a:r>
            <a:r>
              <a:rPr lang="it-IT" i="1" dirty="0"/>
              <a:t>sudo </a:t>
            </a:r>
            <a:r>
              <a:rPr lang="it-IT" i="1" dirty="0" err="1"/>
              <a:t>apt</a:t>
            </a:r>
            <a:r>
              <a:rPr lang="it-IT" i="1" dirty="0"/>
              <a:t> </a:t>
            </a:r>
            <a:r>
              <a:rPr lang="it-IT" i="1" dirty="0" err="1"/>
              <a:t>install</a:t>
            </a:r>
            <a:r>
              <a:rPr lang="it-IT" i="1" dirty="0"/>
              <a:t> </a:t>
            </a:r>
            <a:r>
              <a:rPr lang="it-IT" i="1" dirty="0" err="1"/>
              <a:t>git</a:t>
            </a:r>
            <a:r>
              <a:rPr lang="it-IT" i="1" dirty="0"/>
              <a:t> </a:t>
            </a:r>
            <a:r>
              <a:rPr lang="it-IT" dirty="0"/>
              <a:t>and </a:t>
            </a:r>
            <a:r>
              <a:rPr lang="it-IT" i="1" dirty="0" err="1"/>
              <a:t>git</a:t>
            </a:r>
            <a:r>
              <a:rPr lang="it-IT" i="1" dirty="0"/>
              <a:t> clone </a:t>
            </a:r>
            <a:r>
              <a:rPr lang="it-IT" dirty="0"/>
              <a:t>the repo </a:t>
            </a:r>
            <a:r>
              <a:rPr lang="it-IT" dirty="0" err="1"/>
              <a:t>if</a:t>
            </a:r>
            <a:r>
              <a:rPr lang="it-IT" dirty="0"/>
              <a:t> </a:t>
            </a:r>
            <a:r>
              <a:rPr lang="it-IT" dirty="0" err="1"/>
              <a:t>you</a:t>
            </a:r>
            <a:r>
              <a:rPr lang="it-IT" dirty="0"/>
              <a:t> </a:t>
            </a:r>
            <a:r>
              <a:rPr lang="it-IT" dirty="0" err="1"/>
              <a:t>have</a:t>
            </a:r>
            <a:r>
              <a:rPr lang="it-IT" dirty="0"/>
              <a:t> internet access);</a:t>
            </a:r>
          </a:p>
          <a:p>
            <a:pPr marL="0" indent="0">
              <a:buNone/>
            </a:pPr>
            <a:endParaRPr lang="it-IT" dirty="0"/>
          </a:p>
          <a:p>
            <a:pPr marL="0" indent="0">
              <a:buNone/>
            </a:pPr>
            <a:r>
              <a:rPr lang="it-IT" dirty="0" err="1"/>
              <a:t>Remember</a:t>
            </a:r>
            <a:r>
              <a:rPr lang="it-IT" dirty="0"/>
              <a:t> to </a:t>
            </a:r>
            <a:r>
              <a:rPr lang="it-IT" dirty="0" err="1"/>
              <a:t>run</a:t>
            </a:r>
            <a:r>
              <a:rPr lang="it-IT" dirty="0"/>
              <a:t> </a:t>
            </a:r>
            <a:r>
              <a:rPr lang="it-IT" i="1" dirty="0"/>
              <a:t>sudo </a:t>
            </a:r>
            <a:r>
              <a:rPr lang="it-IT" i="1" dirty="0" err="1"/>
              <a:t>bash</a:t>
            </a:r>
            <a:r>
              <a:rPr lang="it-IT" i="1" dirty="0"/>
              <a:t> install_libs.sh </a:t>
            </a:r>
            <a:r>
              <a:rPr lang="it-IT" dirty="0" err="1"/>
              <a:t>as</a:t>
            </a:r>
            <a:r>
              <a:rPr lang="it-IT" dirty="0"/>
              <a:t> </a:t>
            </a:r>
            <a:r>
              <a:rPr lang="it-IT" dirty="0" err="1"/>
              <a:t>well</a:t>
            </a:r>
            <a:r>
              <a:rPr lang="it-IT" dirty="0"/>
              <a:t> to </a:t>
            </a:r>
            <a:r>
              <a:rPr lang="it-IT" dirty="0" err="1"/>
              <a:t>install</a:t>
            </a:r>
            <a:r>
              <a:rPr lang="it-IT" dirty="0"/>
              <a:t> </a:t>
            </a:r>
            <a:r>
              <a:rPr lang="it-IT" dirty="0" err="1"/>
              <a:t>all</a:t>
            </a:r>
            <a:r>
              <a:rPr lang="it-IT" dirty="0"/>
              <a:t> the </a:t>
            </a:r>
            <a:r>
              <a:rPr lang="it-IT" dirty="0" err="1"/>
              <a:t>necessary</a:t>
            </a:r>
            <a:r>
              <a:rPr lang="it-IT" dirty="0"/>
              <a:t> tools for </a:t>
            </a:r>
            <a:r>
              <a:rPr lang="it-IT" dirty="0" err="1"/>
              <a:t>development</a:t>
            </a:r>
            <a:endParaRPr lang="it-IT" dirty="0"/>
          </a:p>
          <a:p>
            <a:pPr marL="0" indent="0">
              <a:buNone/>
            </a:pPr>
            <a:endParaRPr lang="it-IT" dirty="0"/>
          </a:p>
        </p:txBody>
      </p:sp>
    </p:spTree>
    <p:extLst>
      <p:ext uri="{BB962C8B-B14F-4D97-AF65-F5344CB8AC3E}">
        <p14:creationId xmlns:p14="http://schemas.microsoft.com/office/powerpoint/2010/main" val="17847962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EE017E31-56C2-EB90-55DB-80F4284FAB50}"/>
              </a:ext>
            </a:extLst>
          </p:cNvPr>
          <p:cNvSpPr>
            <a:spLocks noGrp="1"/>
          </p:cNvSpPr>
          <p:nvPr>
            <p:ph type="title"/>
          </p:nvPr>
        </p:nvSpPr>
        <p:spPr/>
        <p:txBody>
          <a:bodyPr/>
          <a:lstStyle/>
          <a:p>
            <a:r>
              <a:rPr lang="it-IT" dirty="0"/>
              <a:t>Step 4: Driver test</a:t>
            </a:r>
          </a:p>
        </p:txBody>
      </p:sp>
      <p:sp>
        <p:nvSpPr>
          <p:cNvPr id="3" name="Segnaposto contenuto 2">
            <a:extLst>
              <a:ext uri="{FF2B5EF4-FFF2-40B4-BE49-F238E27FC236}">
                <a16:creationId xmlns:a16="http://schemas.microsoft.com/office/drawing/2014/main" id="{FC3BBF31-5C6B-675F-DA7B-7F5887197DB6}"/>
              </a:ext>
            </a:extLst>
          </p:cNvPr>
          <p:cNvSpPr>
            <a:spLocks noGrp="1"/>
          </p:cNvSpPr>
          <p:nvPr>
            <p:ph idx="1"/>
          </p:nvPr>
        </p:nvSpPr>
        <p:spPr>
          <a:xfrm>
            <a:off x="384438" y="1364457"/>
            <a:ext cx="8889564" cy="4676906"/>
          </a:xfrm>
        </p:spPr>
        <p:txBody>
          <a:bodyPr/>
          <a:lstStyle/>
          <a:p>
            <a:r>
              <a:rPr lang="it-IT" dirty="0"/>
              <a:t>On the </a:t>
            </a:r>
            <a:r>
              <a:rPr lang="it-IT" dirty="0" err="1"/>
              <a:t>Kria</a:t>
            </a:r>
            <a:r>
              <a:rPr lang="it-IT" dirty="0"/>
              <a:t>, navigate to the </a:t>
            </a:r>
            <a:r>
              <a:rPr lang="it-IT" i="1" dirty="0" err="1"/>
              <a:t>axidma</a:t>
            </a:r>
            <a:r>
              <a:rPr lang="it-IT" i="1" dirty="0"/>
              <a:t>-driver </a:t>
            </a:r>
            <a:r>
              <a:rPr lang="it-IT" dirty="0"/>
              <a:t>folder;</a:t>
            </a:r>
          </a:p>
          <a:p>
            <a:r>
              <a:rPr lang="it-IT" dirty="0" err="1"/>
              <a:t>Run</a:t>
            </a:r>
            <a:r>
              <a:rPr lang="it-IT" dirty="0"/>
              <a:t> </a:t>
            </a:r>
            <a:r>
              <a:rPr lang="it-IT" i="1" dirty="0"/>
              <a:t>make </a:t>
            </a:r>
            <a:r>
              <a:rPr lang="it-IT" dirty="0"/>
              <a:t>to compile the driver;</a:t>
            </a:r>
          </a:p>
          <a:p>
            <a:r>
              <a:rPr lang="it-IT" dirty="0" err="1"/>
              <a:t>Run</a:t>
            </a:r>
            <a:r>
              <a:rPr lang="it-IT" dirty="0"/>
              <a:t> </a:t>
            </a:r>
            <a:r>
              <a:rPr lang="it-IT" i="1" dirty="0"/>
              <a:t>sudo </a:t>
            </a:r>
            <a:r>
              <a:rPr lang="it-IT" i="1" dirty="0" err="1"/>
              <a:t>insmod</a:t>
            </a:r>
            <a:r>
              <a:rPr lang="it-IT" i="1" dirty="0"/>
              <a:t> </a:t>
            </a:r>
            <a:r>
              <a:rPr lang="it-IT" i="1" dirty="0" err="1"/>
              <a:t>axidma.ko</a:t>
            </a:r>
            <a:r>
              <a:rPr lang="it-IT" i="1" dirty="0"/>
              <a:t> </a:t>
            </a:r>
            <a:r>
              <a:rPr lang="it-IT" dirty="0"/>
              <a:t>to </a:t>
            </a:r>
            <a:r>
              <a:rPr lang="it-IT" dirty="0" err="1"/>
              <a:t>insert</a:t>
            </a:r>
            <a:r>
              <a:rPr lang="it-IT" dirty="0"/>
              <a:t> the driver </a:t>
            </a:r>
            <a:r>
              <a:rPr lang="it-IT" dirty="0" err="1"/>
              <a:t>into</a:t>
            </a:r>
            <a:r>
              <a:rPr lang="it-IT" dirty="0"/>
              <a:t> the kernel;</a:t>
            </a:r>
          </a:p>
          <a:p>
            <a:r>
              <a:rPr lang="it-IT" dirty="0" err="1"/>
              <a:t>If</a:t>
            </a:r>
            <a:r>
              <a:rPr lang="it-IT" dirty="0"/>
              <a:t> </a:t>
            </a:r>
            <a:r>
              <a:rPr lang="it-IT" dirty="0" err="1"/>
              <a:t>you</a:t>
            </a:r>
            <a:r>
              <a:rPr lang="it-IT" dirty="0"/>
              <a:t> </a:t>
            </a:r>
            <a:r>
              <a:rPr lang="it-IT" dirty="0" err="1"/>
              <a:t>run</a:t>
            </a:r>
            <a:r>
              <a:rPr lang="it-IT" dirty="0"/>
              <a:t> </a:t>
            </a:r>
            <a:r>
              <a:rPr lang="it-IT" i="1" dirty="0"/>
              <a:t>sudo </a:t>
            </a:r>
            <a:r>
              <a:rPr lang="it-IT" i="1" dirty="0" err="1"/>
              <a:t>dmesg</a:t>
            </a:r>
            <a:r>
              <a:rPr lang="it-IT" i="1" dirty="0"/>
              <a:t> </a:t>
            </a:r>
            <a:r>
              <a:rPr lang="it-IT" dirty="0" err="1"/>
              <a:t>you</a:t>
            </a:r>
            <a:r>
              <a:rPr lang="it-IT" dirty="0"/>
              <a:t> </a:t>
            </a:r>
            <a:r>
              <a:rPr lang="it-IT" dirty="0" err="1"/>
              <a:t>should</a:t>
            </a:r>
            <a:r>
              <a:rPr lang="it-IT" dirty="0"/>
              <a:t> </a:t>
            </a:r>
            <a:r>
              <a:rPr lang="it-IT" dirty="0" err="1"/>
              <a:t>see</a:t>
            </a:r>
            <a:r>
              <a:rPr lang="it-IT" dirty="0"/>
              <a:t> the driver </a:t>
            </a:r>
            <a:r>
              <a:rPr lang="it-IT" dirty="0" err="1"/>
              <a:t>insertion</a:t>
            </a:r>
            <a:r>
              <a:rPr lang="it-IT" dirty="0"/>
              <a:t> logs;</a:t>
            </a:r>
          </a:p>
          <a:p>
            <a:r>
              <a:rPr lang="it-IT" dirty="0" err="1"/>
              <a:t>Run</a:t>
            </a:r>
            <a:r>
              <a:rPr lang="it-IT" dirty="0"/>
              <a:t> </a:t>
            </a:r>
            <a:r>
              <a:rPr lang="it-IT" i="1" dirty="0"/>
              <a:t>sudo </a:t>
            </a:r>
            <a:r>
              <a:rPr lang="it-IT" i="1" dirty="0" err="1"/>
              <a:t>fpgautil</a:t>
            </a:r>
            <a:r>
              <a:rPr lang="it-IT" i="1" dirty="0"/>
              <a:t> –b aes256_dma.bin</a:t>
            </a:r>
            <a:r>
              <a:rPr lang="it-IT" dirty="0"/>
              <a:t> to load the bitstream;</a:t>
            </a:r>
          </a:p>
          <a:p>
            <a:r>
              <a:rPr lang="it-IT" dirty="0" err="1"/>
              <a:t>Run</a:t>
            </a:r>
            <a:r>
              <a:rPr lang="it-IT" dirty="0"/>
              <a:t> </a:t>
            </a:r>
            <a:r>
              <a:rPr lang="it-IT" i="1" dirty="0" err="1"/>
              <a:t>dtc</a:t>
            </a:r>
            <a:r>
              <a:rPr lang="it-IT" i="1" dirty="0"/>
              <a:t> –i </a:t>
            </a:r>
            <a:r>
              <a:rPr lang="it-IT" i="1" dirty="0" err="1"/>
              <a:t>pl.dtsi</a:t>
            </a:r>
            <a:r>
              <a:rPr lang="it-IT" i="1" dirty="0"/>
              <a:t> –o </a:t>
            </a:r>
            <a:r>
              <a:rPr lang="it-IT" i="1" dirty="0" err="1"/>
              <a:t>pl.dtbo</a:t>
            </a:r>
            <a:r>
              <a:rPr lang="it-IT" i="1" dirty="0"/>
              <a:t> -@ </a:t>
            </a:r>
            <a:r>
              <a:rPr lang="it-IT" dirty="0"/>
              <a:t>to compile the device-</a:t>
            </a:r>
            <a:r>
              <a:rPr lang="it-IT" dirty="0" err="1"/>
              <a:t>tree</a:t>
            </a:r>
            <a:r>
              <a:rPr lang="it-IT" dirty="0"/>
              <a:t> overlay;</a:t>
            </a:r>
          </a:p>
          <a:p>
            <a:r>
              <a:rPr lang="it-IT" dirty="0" err="1"/>
              <a:t>Run</a:t>
            </a:r>
            <a:r>
              <a:rPr lang="it-IT" dirty="0"/>
              <a:t> </a:t>
            </a:r>
            <a:r>
              <a:rPr lang="it-IT" i="1" dirty="0"/>
              <a:t>sudo </a:t>
            </a:r>
            <a:r>
              <a:rPr lang="it-IT" i="1" dirty="0" err="1"/>
              <a:t>fpgautil</a:t>
            </a:r>
            <a:r>
              <a:rPr lang="it-IT" i="1" dirty="0"/>
              <a:t> –o </a:t>
            </a:r>
            <a:r>
              <a:rPr lang="it-IT" i="1" dirty="0" err="1"/>
              <a:t>pl.dtbo</a:t>
            </a:r>
            <a:r>
              <a:rPr lang="it-IT" dirty="0"/>
              <a:t> to </a:t>
            </a:r>
            <a:r>
              <a:rPr lang="it-IT" dirty="0" err="1"/>
              <a:t>insert</a:t>
            </a:r>
            <a:r>
              <a:rPr lang="it-IT" dirty="0"/>
              <a:t> the overlay;</a:t>
            </a:r>
          </a:p>
          <a:p>
            <a:r>
              <a:rPr lang="it-IT" dirty="0" err="1"/>
              <a:t>Run</a:t>
            </a:r>
            <a:r>
              <a:rPr lang="it-IT" dirty="0"/>
              <a:t> </a:t>
            </a:r>
            <a:r>
              <a:rPr lang="it-IT" i="1" dirty="0"/>
              <a:t>sudo </a:t>
            </a:r>
            <a:r>
              <a:rPr lang="it-IT" i="1" dirty="0" err="1"/>
              <a:t>dmesg</a:t>
            </a:r>
            <a:r>
              <a:rPr lang="it-IT" dirty="0"/>
              <a:t> </a:t>
            </a:r>
            <a:r>
              <a:rPr lang="it-IT" dirty="0" err="1"/>
              <a:t>again</a:t>
            </a:r>
            <a:r>
              <a:rPr lang="it-IT" dirty="0"/>
              <a:t>: </a:t>
            </a:r>
            <a:r>
              <a:rPr lang="it-IT" dirty="0" err="1"/>
              <a:t>you</a:t>
            </a:r>
            <a:r>
              <a:rPr lang="it-IT" dirty="0"/>
              <a:t> </a:t>
            </a:r>
            <a:r>
              <a:rPr lang="it-IT" dirty="0" err="1"/>
              <a:t>should</a:t>
            </a:r>
            <a:r>
              <a:rPr lang="it-IT" dirty="0"/>
              <a:t> </a:t>
            </a:r>
            <a:r>
              <a:rPr lang="it-IT" dirty="0" err="1"/>
              <a:t>see</a:t>
            </a:r>
            <a:r>
              <a:rPr lang="it-IT" dirty="0"/>
              <a:t> </a:t>
            </a:r>
            <a:r>
              <a:rPr lang="it-IT" dirty="0" err="1"/>
              <a:t>that</a:t>
            </a:r>
            <a:r>
              <a:rPr lang="it-IT" dirty="0"/>
              <a:t> the driver </a:t>
            </a:r>
            <a:r>
              <a:rPr lang="it-IT" dirty="0" err="1"/>
              <a:t>has</a:t>
            </a:r>
            <a:r>
              <a:rPr lang="it-IT" dirty="0"/>
              <a:t> </a:t>
            </a:r>
            <a:r>
              <a:rPr lang="it-IT" dirty="0" err="1"/>
              <a:t>detected</a:t>
            </a:r>
            <a:r>
              <a:rPr lang="it-IT" dirty="0"/>
              <a:t> the overlay;</a:t>
            </a:r>
          </a:p>
          <a:p>
            <a:r>
              <a:rPr lang="it-IT" dirty="0"/>
              <a:t>Compile </a:t>
            </a:r>
            <a:r>
              <a:rPr lang="it-IT" i="1" dirty="0" err="1"/>
              <a:t>dma_test.c</a:t>
            </a:r>
            <a:r>
              <a:rPr lang="it-IT" i="1" dirty="0"/>
              <a:t> </a:t>
            </a:r>
            <a:r>
              <a:rPr lang="it-IT" dirty="0"/>
              <a:t>with </a:t>
            </a:r>
            <a:r>
              <a:rPr lang="it-IT" i="1" dirty="0" err="1"/>
              <a:t>gcc</a:t>
            </a:r>
            <a:r>
              <a:rPr lang="it-IT" i="1" dirty="0"/>
              <a:t> </a:t>
            </a:r>
            <a:r>
              <a:rPr lang="it-IT" i="1" dirty="0" err="1"/>
              <a:t>dma_test.c</a:t>
            </a:r>
            <a:r>
              <a:rPr lang="it-IT" i="1" dirty="0"/>
              <a:t> –o </a:t>
            </a:r>
            <a:r>
              <a:rPr lang="it-IT" i="1" dirty="0" err="1"/>
              <a:t>dma_test</a:t>
            </a:r>
            <a:r>
              <a:rPr lang="it-IT" i="1" dirty="0"/>
              <a:t>;</a:t>
            </a:r>
          </a:p>
          <a:p>
            <a:r>
              <a:rPr lang="it-IT" dirty="0" err="1"/>
              <a:t>Run</a:t>
            </a:r>
            <a:r>
              <a:rPr lang="it-IT" dirty="0"/>
              <a:t> the test with </a:t>
            </a:r>
            <a:r>
              <a:rPr lang="it-IT" i="1" dirty="0"/>
              <a:t>./</a:t>
            </a:r>
            <a:r>
              <a:rPr lang="it-IT" i="1" dirty="0" err="1"/>
              <a:t>dma_test</a:t>
            </a:r>
            <a:endParaRPr lang="it-IT" i="1" dirty="0"/>
          </a:p>
          <a:p>
            <a:pPr marL="0" indent="0">
              <a:buNone/>
            </a:pPr>
            <a:r>
              <a:rPr lang="it-IT" dirty="0"/>
              <a:t>(</a:t>
            </a:r>
            <a:r>
              <a:rPr lang="it-IT" dirty="0" err="1"/>
              <a:t>if</a:t>
            </a:r>
            <a:r>
              <a:rPr lang="it-IT" dirty="0"/>
              <a:t> </a:t>
            </a:r>
            <a:r>
              <a:rPr lang="it-IT" dirty="0" err="1"/>
              <a:t>your</a:t>
            </a:r>
            <a:r>
              <a:rPr lang="it-IT" dirty="0"/>
              <a:t> hardware </a:t>
            </a:r>
            <a:r>
              <a:rPr lang="it-IT" dirty="0" err="1"/>
              <a:t>changes</a:t>
            </a:r>
            <a:r>
              <a:rPr lang="it-IT" dirty="0"/>
              <a:t> </a:t>
            </a:r>
            <a:r>
              <a:rPr lang="it-IT" dirty="0" err="1"/>
              <a:t>you</a:t>
            </a:r>
            <a:r>
              <a:rPr lang="it-IT" dirty="0"/>
              <a:t> </a:t>
            </a:r>
            <a:r>
              <a:rPr lang="it-IT" dirty="0" err="1"/>
              <a:t>also</a:t>
            </a:r>
            <a:r>
              <a:rPr lang="it-IT" dirty="0"/>
              <a:t> </a:t>
            </a:r>
            <a:r>
              <a:rPr lang="it-IT" dirty="0" err="1"/>
              <a:t>have</a:t>
            </a:r>
            <a:r>
              <a:rPr lang="it-IT" dirty="0"/>
              <a:t> to </a:t>
            </a:r>
            <a:r>
              <a:rPr lang="it-IT" dirty="0" err="1"/>
              <a:t>change</a:t>
            </a:r>
            <a:r>
              <a:rPr lang="it-IT" dirty="0"/>
              <a:t> the device-</a:t>
            </a:r>
            <a:r>
              <a:rPr lang="it-IT" dirty="0" err="1"/>
              <a:t>tree</a:t>
            </a:r>
            <a:r>
              <a:rPr lang="it-IT" dirty="0"/>
              <a:t> overlay to match </a:t>
            </a:r>
            <a:r>
              <a:rPr lang="it-IT" dirty="0" err="1"/>
              <a:t>it</a:t>
            </a:r>
            <a:r>
              <a:rPr lang="it-IT" dirty="0"/>
              <a:t>, </a:t>
            </a:r>
            <a:r>
              <a:rPr lang="it-IT" dirty="0" err="1"/>
              <a:t>instructions</a:t>
            </a:r>
            <a:r>
              <a:rPr lang="it-IT" dirty="0"/>
              <a:t> are in the repository README)</a:t>
            </a:r>
          </a:p>
        </p:txBody>
      </p:sp>
    </p:spTree>
    <p:extLst>
      <p:ext uri="{BB962C8B-B14F-4D97-AF65-F5344CB8AC3E}">
        <p14:creationId xmlns:p14="http://schemas.microsoft.com/office/powerpoint/2010/main" val="3419111887"/>
      </p:ext>
    </p:extLst>
  </p:cSld>
  <p:clrMapOvr>
    <a:masterClrMapping/>
  </p:clrMapOvr>
</p:sld>
</file>

<file path=ppt/theme/theme1.xml><?xml version="1.0" encoding="utf-8"?>
<a:theme xmlns:a="http://schemas.openxmlformats.org/drawingml/2006/main" name="Sfaccettatura">
  <a:themeElements>
    <a:clrScheme name="Sfaccettatura">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Sfaccettatura">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faccettatura">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Sfaccettatura</Template>
  <TotalTime>100</TotalTime>
  <Words>639</Words>
  <Application>Microsoft Office PowerPoint</Application>
  <PresentationFormat>Widescreen</PresentationFormat>
  <Paragraphs>45</Paragraphs>
  <Slides>6</Slides>
  <Notes>0</Notes>
  <HiddenSlides>0</HiddenSlides>
  <MMClips>0</MMClips>
  <ScaleCrop>false</ScaleCrop>
  <HeadingPairs>
    <vt:vector size="6" baseType="variant">
      <vt:variant>
        <vt:lpstr>Caratteri utilizzati</vt:lpstr>
      </vt:variant>
      <vt:variant>
        <vt:i4>3</vt:i4>
      </vt:variant>
      <vt:variant>
        <vt:lpstr>Tema</vt:lpstr>
      </vt:variant>
      <vt:variant>
        <vt:i4>1</vt:i4>
      </vt:variant>
      <vt:variant>
        <vt:lpstr>Titoli diapositive</vt:lpstr>
      </vt:variant>
      <vt:variant>
        <vt:i4>6</vt:i4>
      </vt:variant>
    </vt:vector>
  </HeadingPairs>
  <TitlesOfParts>
    <vt:vector size="10" baseType="lpstr">
      <vt:lpstr>Arial</vt:lpstr>
      <vt:lpstr>Trebuchet MS</vt:lpstr>
      <vt:lpstr>Wingdings 3</vt:lpstr>
      <vt:lpstr>Sfaccettatura</vt:lpstr>
      <vt:lpstr>AXI DMA Driver Test Instructions</vt:lpstr>
      <vt:lpstr>Step 1: Set up</vt:lpstr>
      <vt:lpstr>PuTTY</vt:lpstr>
      <vt:lpstr>Step 2: Standalone Kria test</vt:lpstr>
      <vt:lpstr>Step 3: File transfer</vt:lpstr>
      <vt:lpstr>Step 4: Driver test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GIUSEPPE SATTA</dc:creator>
  <cp:lastModifiedBy>GIUSEPPE SATTA</cp:lastModifiedBy>
  <cp:revision>1</cp:revision>
  <dcterms:created xsi:type="dcterms:W3CDTF">2025-10-06T06:54:07Z</dcterms:created>
  <dcterms:modified xsi:type="dcterms:W3CDTF">2025-10-06T08:34:44Z</dcterms:modified>
</cp:coreProperties>
</file>